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1"/>
  </p:sldMasterIdLst>
  <p:sldIdLst>
    <p:sldId id="256" r:id="rId2"/>
    <p:sldId id="257" r:id="rId3"/>
    <p:sldId id="258" r:id="rId4"/>
    <p:sldId id="282" r:id="rId5"/>
    <p:sldId id="294" r:id="rId6"/>
    <p:sldId id="261" r:id="rId7"/>
    <p:sldId id="278" r:id="rId8"/>
    <p:sldId id="274" r:id="rId9"/>
    <p:sldId id="279" r:id="rId10"/>
    <p:sldId id="295" r:id="rId11"/>
    <p:sldId id="297" r:id="rId12"/>
    <p:sldId id="296" r:id="rId13"/>
    <p:sldId id="259" r:id="rId14"/>
    <p:sldId id="290" r:id="rId15"/>
    <p:sldId id="291" r:id="rId16"/>
    <p:sldId id="268" r:id="rId17"/>
    <p:sldId id="283" r:id="rId18"/>
    <p:sldId id="287" r:id="rId19"/>
    <p:sldId id="286" r:id="rId20"/>
    <p:sldId id="284" r:id="rId21"/>
    <p:sldId id="285" r:id="rId22"/>
    <p:sldId id="292" r:id="rId23"/>
    <p:sldId id="293" r:id="rId24"/>
    <p:sldId id="270"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66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6A6990D-FB61-4EC9-8AFB-F6DE7E84DDB6}" v="147" dt="2025-11-19T20:23:45.82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428" autoAdjust="0"/>
    <p:restoredTop sz="94660"/>
  </p:normalViewPr>
  <p:slideViewPr>
    <p:cSldViewPr snapToGrid="0">
      <p:cViewPr varScale="1">
        <p:scale>
          <a:sx n="59" d="100"/>
          <a:sy n="59" d="100"/>
        </p:scale>
        <p:origin x="72" y="588"/>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Udaya Singireddy" userId="753d881ab7ea5a73" providerId="LiveId" clId="{57E85F05-72C8-49CD-A549-2774B4310B63}"/>
    <pc:docChg chg="undo custSel addSld delSld modSld sldOrd">
      <pc:chgData name="Udaya Singireddy" userId="753d881ab7ea5a73" providerId="LiveId" clId="{57E85F05-72C8-49CD-A549-2774B4310B63}" dt="2025-11-19T20:52:30.852" v="7077" actId="14100"/>
      <pc:docMkLst>
        <pc:docMk/>
      </pc:docMkLst>
      <pc:sldChg chg="modSp mod">
        <pc:chgData name="Udaya Singireddy" userId="753d881ab7ea5a73" providerId="LiveId" clId="{57E85F05-72C8-49CD-A549-2774B4310B63}" dt="2025-11-11T15:48:48.511" v="62" actId="6549"/>
        <pc:sldMkLst>
          <pc:docMk/>
          <pc:sldMk cId="2028159979" sldId="256"/>
        </pc:sldMkLst>
        <pc:spChg chg="mod">
          <ac:chgData name="Udaya Singireddy" userId="753d881ab7ea5a73" providerId="LiveId" clId="{57E85F05-72C8-49CD-A549-2774B4310B63}" dt="2025-11-11T15:48:48.511" v="62" actId="6549"/>
          <ac:spMkLst>
            <pc:docMk/>
            <pc:sldMk cId="2028159979" sldId="256"/>
            <ac:spMk id="2" creationId="{675ED239-DA3B-4878-9943-45F6F6A030B9}"/>
          </ac:spMkLst>
        </pc:spChg>
      </pc:sldChg>
      <pc:sldChg chg="modSp mod ord">
        <pc:chgData name="Udaya Singireddy" userId="753d881ab7ea5a73" providerId="LiveId" clId="{57E85F05-72C8-49CD-A549-2774B4310B63}" dt="2025-11-19T20:24:44.723" v="7063" actId="14100"/>
        <pc:sldMkLst>
          <pc:docMk/>
          <pc:sldMk cId="2078657629" sldId="257"/>
        </pc:sldMkLst>
        <pc:spChg chg="mod">
          <ac:chgData name="Udaya Singireddy" userId="753d881ab7ea5a73" providerId="LiveId" clId="{57E85F05-72C8-49CD-A549-2774B4310B63}" dt="2025-11-19T20:24:44.723" v="7063" actId="14100"/>
          <ac:spMkLst>
            <pc:docMk/>
            <pc:sldMk cId="2078657629" sldId="257"/>
            <ac:spMk id="6" creationId="{F80DC130-A377-4343-A5C4-45F1701A3ED1}"/>
          </ac:spMkLst>
        </pc:spChg>
      </pc:sldChg>
      <pc:sldChg chg="addSp modSp mod">
        <pc:chgData name="Udaya Singireddy" userId="753d881ab7ea5a73" providerId="LiveId" clId="{57E85F05-72C8-49CD-A549-2774B4310B63}" dt="2025-11-19T17:44:05.830" v="5332" actId="20577"/>
        <pc:sldMkLst>
          <pc:docMk/>
          <pc:sldMk cId="1038262473" sldId="258"/>
        </pc:sldMkLst>
        <pc:spChg chg="mod">
          <ac:chgData name="Udaya Singireddy" userId="753d881ab7ea5a73" providerId="LiveId" clId="{57E85F05-72C8-49CD-A549-2774B4310B63}" dt="2025-11-19T17:44:05.830" v="5332" actId="20577"/>
          <ac:spMkLst>
            <pc:docMk/>
            <pc:sldMk cId="1038262473" sldId="258"/>
            <ac:spMk id="8" creationId="{FF22F3F9-370E-41FB-A997-0DC37F3AAE1F}"/>
          </ac:spMkLst>
        </pc:spChg>
      </pc:sldChg>
      <pc:sldChg chg="modSp mod">
        <pc:chgData name="Udaya Singireddy" userId="753d881ab7ea5a73" providerId="LiveId" clId="{57E85F05-72C8-49CD-A549-2774B4310B63}" dt="2025-11-15T04:49:35.142" v="3346" actId="2711"/>
        <pc:sldMkLst>
          <pc:docMk/>
          <pc:sldMk cId="529309669" sldId="259"/>
        </pc:sldMkLst>
        <pc:spChg chg="mod">
          <ac:chgData name="Udaya Singireddy" userId="753d881ab7ea5a73" providerId="LiveId" clId="{57E85F05-72C8-49CD-A549-2774B4310B63}" dt="2025-11-15T04:49:35.142" v="3346" actId="2711"/>
          <ac:spMkLst>
            <pc:docMk/>
            <pc:sldMk cId="529309669" sldId="259"/>
            <ac:spMk id="6" creationId="{2F88F62E-85D4-46E5-84F6-86CB0BD48C6E}"/>
          </ac:spMkLst>
        </pc:spChg>
      </pc:sldChg>
      <pc:sldChg chg="addSp delSp modSp mod">
        <pc:chgData name="Udaya Singireddy" userId="753d881ab7ea5a73" providerId="LiveId" clId="{57E85F05-72C8-49CD-A549-2774B4310B63}" dt="2025-11-19T19:30:10.825" v="6382" actId="20577"/>
        <pc:sldMkLst>
          <pc:docMk/>
          <pc:sldMk cId="3993588315" sldId="261"/>
        </pc:sldMkLst>
        <pc:spChg chg="add del mod">
          <ac:chgData name="Udaya Singireddy" userId="753d881ab7ea5a73" providerId="LiveId" clId="{57E85F05-72C8-49CD-A549-2774B4310B63}" dt="2025-11-19T18:29:10.185" v="6210"/>
          <ac:spMkLst>
            <pc:docMk/>
            <pc:sldMk cId="3993588315" sldId="261"/>
            <ac:spMk id="3" creationId="{EEBA4EAF-69CA-EBED-B153-B3B8B4CD3DEF}"/>
          </ac:spMkLst>
        </pc:spChg>
        <pc:spChg chg="mod">
          <ac:chgData name="Udaya Singireddy" userId="753d881ab7ea5a73" providerId="LiveId" clId="{57E85F05-72C8-49CD-A549-2774B4310B63}" dt="2025-11-19T19:30:10.825" v="6382" actId="20577"/>
          <ac:spMkLst>
            <pc:docMk/>
            <pc:sldMk cId="3993588315" sldId="261"/>
            <ac:spMk id="6" creationId="{859A3D05-763C-4511-9E24-58251F12948B}"/>
          </ac:spMkLst>
        </pc:spChg>
      </pc:sldChg>
      <pc:sldChg chg="addSp delSp modSp mod">
        <pc:chgData name="Udaya Singireddy" userId="753d881ab7ea5a73" providerId="LiveId" clId="{57E85F05-72C8-49CD-A549-2774B4310B63}" dt="2025-11-19T16:19:03.981" v="4759" actId="27107"/>
        <pc:sldMkLst>
          <pc:docMk/>
          <pc:sldMk cId="2803909694" sldId="268"/>
        </pc:sldMkLst>
        <pc:spChg chg="mod">
          <ac:chgData name="Udaya Singireddy" userId="753d881ab7ea5a73" providerId="LiveId" clId="{57E85F05-72C8-49CD-A549-2774B4310B63}" dt="2025-11-14T18:03:07.844" v="1283"/>
          <ac:spMkLst>
            <pc:docMk/>
            <pc:sldMk cId="2803909694" sldId="268"/>
            <ac:spMk id="8" creationId="{2929492B-5B20-4A82-BE46-5695784932F9}"/>
          </ac:spMkLst>
        </pc:spChg>
        <pc:spChg chg="mod">
          <ac:chgData name="Udaya Singireddy" userId="753d881ab7ea5a73" providerId="LiveId" clId="{57E85F05-72C8-49CD-A549-2774B4310B63}" dt="2025-11-14T19:39:47.951" v="1675" actId="20577"/>
          <ac:spMkLst>
            <pc:docMk/>
            <pc:sldMk cId="2803909694" sldId="268"/>
            <ac:spMk id="255" creationId="{30BED0C0-C4CA-4877-89AA-28B6501140FE}"/>
          </ac:spMkLst>
        </pc:spChg>
        <pc:spChg chg="mod">
          <ac:chgData name="Udaya Singireddy" userId="753d881ab7ea5a73" providerId="LiveId" clId="{57E85F05-72C8-49CD-A549-2774B4310B63}" dt="2025-11-19T16:17:46.900" v="4723" actId="20577"/>
          <ac:spMkLst>
            <pc:docMk/>
            <pc:sldMk cId="2803909694" sldId="268"/>
            <ac:spMk id="256" creationId="{7BBF0DD7-DF5F-46E6-99C1-314A6DFDB4C5}"/>
          </ac:spMkLst>
        </pc:spChg>
        <pc:spChg chg="mod">
          <ac:chgData name="Udaya Singireddy" userId="753d881ab7ea5a73" providerId="LiveId" clId="{57E85F05-72C8-49CD-A549-2774B4310B63}" dt="2025-11-19T16:17:59.620" v="4741" actId="20577"/>
          <ac:spMkLst>
            <pc:docMk/>
            <pc:sldMk cId="2803909694" sldId="268"/>
            <ac:spMk id="257" creationId="{128372B3-F194-4983-B8C3-1E7692AC8412}"/>
          </ac:spMkLst>
        </pc:spChg>
        <pc:spChg chg="mod">
          <ac:chgData name="Udaya Singireddy" userId="753d881ab7ea5a73" providerId="LiveId" clId="{57E85F05-72C8-49CD-A549-2774B4310B63}" dt="2025-11-14T19:34:10.099" v="1585" actId="113"/>
          <ac:spMkLst>
            <pc:docMk/>
            <pc:sldMk cId="2803909694" sldId="268"/>
            <ac:spMk id="264" creationId="{7CC46CE2-0F63-4353-B369-DA87E1719AA0}"/>
          </ac:spMkLst>
        </pc:spChg>
        <pc:spChg chg="mod">
          <ac:chgData name="Udaya Singireddy" userId="753d881ab7ea5a73" providerId="LiveId" clId="{57E85F05-72C8-49CD-A549-2774B4310B63}" dt="2025-11-14T19:37:05.481" v="1639" actId="1076"/>
          <ac:spMkLst>
            <pc:docMk/>
            <pc:sldMk cId="2803909694" sldId="268"/>
            <ac:spMk id="278" creationId="{2A1B2C65-7908-4DA1-826D-32A312CE61C9}"/>
          </ac:spMkLst>
        </pc:spChg>
        <pc:spChg chg="mod">
          <ac:chgData name="Udaya Singireddy" userId="753d881ab7ea5a73" providerId="LiveId" clId="{57E85F05-72C8-49CD-A549-2774B4310B63}" dt="2025-11-19T16:19:03.981" v="4759" actId="27107"/>
          <ac:spMkLst>
            <pc:docMk/>
            <pc:sldMk cId="2803909694" sldId="268"/>
            <ac:spMk id="279" creationId="{BF293413-8F6A-48B5-91CA-330E08660867}"/>
          </ac:spMkLst>
        </pc:spChg>
        <pc:grpChg chg="mod">
          <ac:chgData name="Udaya Singireddy" userId="753d881ab7ea5a73" providerId="LiveId" clId="{57E85F05-72C8-49CD-A549-2774B4310B63}" dt="2025-11-14T19:34:25.961" v="1589" actId="1076"/>
          <ac:grpSpMkLst>
            <pc:docMk/>
            <pc:sldMk cId="2803909694" sldId="268"/>
            <ac:grpSpMk id="260" creationId="{702CF4DD-E0FD-4628-BA56-C7E505444D06}"/>
          </ac:grpSpMkLst>
        </pc:grpChg>
        <pc:graphicFrameChg chg="add mod modGraphic">
          <ac:chgData name="Udaya Singireddy" userId="753d881ab7ea5a73" providerId="LiveId" clId="{57E85F05-72C8-49CD-A549-2774B4310B63}" dt="2025-11-15T15:36:46.668" v="3421" actId="20577"/>
          <ac:graphicFrameMkLst>
            <pc:docMk/>
            <pc:sldMk cId="2803909694" sldId="268"/>
            <ac:graphicFrameMk id="3" creationId="{4E51D7C6-17C4-58B3-352D-7DCE5D4FF9C3}"/>
          </ac:graphicFrameMkLst>
        </pc:graphicFrameChg>
        <pc:picChg chg="add del mod">
          <ac:chgData name="Udaya Singireddy" userId="753d881ab7ea5a73" providerId="LiveId" clId="{57E85F05-72C8-49CD-A549-2774B4310B63}" dt="2025-11-19T16:18:51.244" v="4758" actId="478"/>
          <ac:picMkLst>
            <pc:docMk/>
            <pc:sldMk cId="2803909694" sldId="268"/>
            <ac:picMk id="4" creationId="{58198EF3-74ED-6F4A-3267-8A8ED2B4CC81}"/>
          </ac:picMkLst>
        </pc:picChg>
      </pc:sldChg>
      <pc:sldChg chg="addSp delSp modSp mod">
        <pc:chgData name="Udaya Singireddy" userId="753d881ab7ea5a73" providerId="LiveId" clId="{57E85F05-72C8-49CD-A549-2774B4310B63}" dt="2025-11-19T17:15:38.553" v="5177" actId="20577"/>
        <pc:sldMkLst>
          <pc:docMk/>
          <pc:sldMk cId="678712673" sldId="274"/>
        </pc:sldMkLst>
        <pc:spChg chg="mod">
          <ac:chgData name="Udaya Singireddy" userId="753d881ab7ea5a73" providerId="LiveId" clId="{57E85F05-72C8-49CD-A549-2774B4310B63}" dt="2025-11-15T23:16:32.145" v="3791" actId="20577"/>
          <ac:spMkLst>
            <pc:docMk/>
            <pc:sldMk cId="678712673" sldId="274"/>
            <ac:spMk id="2" creationId="{F4D0334C-1794-9778-64EE-55E2995D7927}"/>
          </ac:spMkLst>
        </pc:spChg>
        <pc:spChg chg="mod">
          <ac:chgData name="Udaya Singireddy" userId="753d881ab7ea5a73" providerId="LiveId" clId="{57E85F05-72C8-49CD-A549-2774B4310B63}" dt="2025-11-19T17:15:38.553" v="5177" actId="20577"/>
          <ac:spMkLst>
            <pc:docMk/>
            <pc:sldMk cId="678712673" sldId="274"/>
            <ac:spMk id="3" creationId="{F20F7610-A7A3-0508-58CB-4D60104B2368}"/>
          </ac:spMkLst>
        </pc:spChg>
        <pc:picChg chg="add mod">
          <ac:chgData name="Udaya Singireddy" userId="753d881ab7ea5a73" providerId="LiveId" clId="{57E85F05-72C8-49CD-A549-2774B4310B63}" dt="2025-11-15T23:56:01.428" v="4253" actId="14100"/>
          <ac:picMkLst>
            <pc:docMk/>
            <pc:sldMk cId="678712673" sldId="274"/>
            <ac:picMk id="13" creationId="{F33A0449-791E-E625-03DF-317CB8181E67}"/>
          </ac:picMkLst>
        </pc:picChg>
      </pc:sldChg>
      <pc:sldChg chg="addSp delSp modSp del mod">
        <pc:chgData name="Udaya Singireddy" userId="753d881ab7ea5a73" providerId="LiveId" clId="{57E85F05-72C8-49CD-A549-2774B4310B63}" dt="2025-11-19T20:15:09.390" v="7013" actId="2696"/>
        <pc:sldMkLst>
          <pc:docMk/>
          <pc:sldMk cId="3158770509" sldId="275"/>
        </pc:sldMkLst>
      </pc:sldChg>
      <pc:sldChg chg="addSp delSp modSp mod">
        <pc:chgData name="Udaya Singireddy" userId="753d881ab7ea5a73" providerId="LiveId" clId="{57E85F05-72C8-49CD-A549-2774B4310B63}" dt="2025-11-19T14:33:35.812" v="4475" actId="1076"/>
        <pc:sldMkLst>
          <pc:docMk/>
          <pc:sldMk cId="4008056882" sldId="278"/>
        </pc:sldMkLst>
        <pc:spChg chg="add mod">
          <ac:chgData name="Udaya Singireddy" userId="753d881ab7ea5a73" providerId="LiveId" clId="{57E85F05-72C8-49CD-A549-2774B4310B63}" dt="2025-11-19T14:33:35.812" v="4475" actId="1076"/>
          <ac:spMkLst>
            <pc:docMk/>
            <pc:sldMk cId="4008056882" sldId="278"/>
            <ac:spMk id="13" creationId="{149A9E3C-D96F-4315-6C44-0D4A17D3AF45}"/>
          </ac:spMkLst>
        </pc:spChg>
        <pc:picChg chg="add mod">
          <ac:chgData name="Udaya Singireddy" userId="753d881ab7ea5a73" providerId="LiveId" clId="{57E85F05-72C8-49CD-A549-2774B4310B63}" dt="2025-11-15T23:46:20.079" v="4248" actId="14100"/>
          <ac:picMkLst>
            <pc:docMk/>
            <pc:sldMk cId="4008056882" sldId="278"/>
            <ac:picMk id="12" creationId="{A29477C3-3988-7AEC-A7DB-B51F74A214F0}"/>
          </ac:picMkLst>
        </pc:picChg>
      </pc:sldChg>
      <pc:sldChg chg="addSp delSp modSp mod">
        <pc:chgData name="Udaya Singireddy" userId="753d881ab7ea5a73" providerId="LiveId" clId="{57E85F05-72C8-49CD-A549-2774B4310B63}" dt="2025-11-15T23:14:47.024" v="3790" actId="20577"/>
        <pc:sldMkLst>
          <pc:docMk/>
          <pc:sldMk cId="902896343" sldId="279"/>
        </pc:sldMkLst>
        <pc:spChg chg="mod">
          <ac:chgData name="Udaya Singireddy" userId="753d881ab7ea5a73" providerId="LiveId" clId="{57E85F05-72C8-49CD-A549-2774B4310B63}" dt="2025-11-15T02:54:34.650" v="3166" actId="20577"/>
          <ac:spMkLst>
            <pc:docMk/>
            <pc:sldMk cId="902896343" sldId="279"/>
            <ac:spMk id="2" creationId="{03D6C676-2A02-FE30-7901-BB46F0DC8390}"/>
          </ac:spMkLst>
        </pc:spChg>
        <pc:spChg chg="mod">
          <ac:chgData name="Udaya Singireddy" userId="753d881ab7ea5a73" providerId="LiveId" clId="{57E85F05-72C8-49CD-A549-2774B4310B63}" dt="2025-11-15T23:14:47.024" v="3790" actId="20577"/>
          <ac:spMkLst>
            <pc:docMk/>
            <pc:sldMk cId="902896343" sldId="279"/>
            <ac:spMk id="3" creationId="{999843EF-272D-6F38-CF59-F4270C1E28CF}"/>
          </ac:spMkLst>
        </pc:spChg>
        <pc:picChg chg="add mod">
          <ac:chgData name="Udaya Singireddy" userId="753d881ab7ea5a73" providerId="LiveId" clId="{57E85F05-72C8-49CD-A549-2774B4310B63}" dt="2025-11-15T22:54:00.502" v="3585" actId="14100"/>
          <ac:picMkLst>
            <pc:docMk/>
            <pc:sldMk cId="902896343" sldId="279"/>
            <ac:picMk id="8" creationId="{B279EB0B-7C04-389C-35B6-1EAB21294731}"/>
          </ac:picMkLst>
        </pc:picChg>
      </pc:sldChg>
      <pc:sldChg chg="addSp delSp modSp mod">
        <pc:chgData name="Udaya Singireddy" userId="753d881ab7ea5a73" providerId="LiveId" clId="{57E85F05-72C8-49CD-A549-2774B4310B63}" dt="2025-11-11T18:10:15.199" v="663" actId="14100"/>
        <pc:sldMkLst>
          <pc:docMk/>
          <pc:sldMk cId="3405119636" sldId="282"/>
        </pc:sldMkLst>
        <pc:picChg chg="add mod">
          <ac:chgData name="Udaya Singireddy" userId="753d881ab7ea5a73" providerId="LiveId" clId="{57E85F05-72C8-49CD-A549-2774B4310B63}" dt="2025-11-11T18:10:15.199" v="663" actId="14100"/>
          <ac:picMkLst>
            <pc:docMk/>
            <pc:sldMk cId="3405119636" sldId="282"/>
            <ac:picMk id="3" creationId="{EF66748B-C48D-AA6A-09C6-E1FCA10811EF}"/>
          </ac:picMkLst>
        </pc:picChg>
      </pc:sldChg>
      <pc:sldChg chg="addSp delSp modSp mod">
        <pc:chgData name="Udaya Singireddy" userId="753d881ab7ea5a73" providerId="LiveId" clId="{57E85F05-72C8-49CD-A549-2774B4310B63}" dt="2025-11-19T16:16:39.378" v="4706" actId="1076"/>
        <pc:sldMkLst>
          <pc:docMk/>
          <pc:sldMk cId="1391796160" sldId="283"/>
        </pc:sldMkLst>
        <pc:spChg chg="mod">
          <ac:chgData name="Udaya Singireddy" userId="753d881ab7ea5a73" providerId="LiveId" clId="{57E85F05-72C8-49CD-A549-2774B4310B63}" dt="2025-11-14T18:00:15.883" v="1270" actId="20577"/>
          <ac:spMkLst>
            <pc:docMk/>
            <pc:sldMk cId="1391796160" sldId="283"/>
            <ac:spMk id="8" creationId="{63C72B92-BC35-5366-7A63-F70908BA029F}"/>
          </ac:spMkLst>
        </pc:spChg>
        <pc:spChg chg="mod">
          <ac:chgData name="Udaya Singireddy" userId="753d881ab7ea5a73" providerId="LiveId" clId="{57E85F05-72C8-49CD-A549-2774B4310B63}" dt="2025-11-14T16:08:30.990" v="1154" actId="20577"/>
          <ac:spMkLst>
            <pc:docMk/>
            <pc:sldMk cId="1391796160" sldId="283"/>
            <ac:spMk id="279" creationId="{BDCF20A2-AEC5-EC80-A236-40CF2B258743}"/>
          </ac:spMkLst>
        </pc:spChg>
        <pc:picChg chg="add mod">
          <ac:chgData name="Udaya Singireddy" userId="753d881ab7ea5a73" providerId="LiveId" clId="{57E85F05-72C8-49CD-A549-2774B4310B63}" dt="2025-11-19T16:16:39.378" v="4706" actId="1076"/>
          <ac:picMkLst>
            <pc:docMk/>
            <pc:sldMk cId="1391796160" sldId="283"/>
            <ac:picMk id="3" creationId="{D7C62332-1499-8C7F-6277-B0C39AA26951}"/>
          </ac:picMkLst>
        </pc:picChg>
        <pc:picChg chg="add del mod">
          <ac:chgData name="Udaya Singireddy" userId="753d881ab7ea5a73" providerId="LiveId" clId="{57E85F05-72C8-49CD-A549-2774B4310B63}" dt="2025-11-19T16:16:34.860" v="4705" actId="478"/>
          <ac:picMkLst>
            <pc:docMk/>
            <pc:sldMk cId="1391796160" sldId="283"/>
            <ac:picMk id="9" creationId="{267A0CD1-0C7D-5EF7-200B-BF004B976ACF}"/>
          </ac:picMkLst>
        </pc:picChg>
      </pc:sldChg>
      <pc:sldChg chg="addSp delSp modSp mod">
        <pc:chgData name="Udaya Singireddy" userId="753d881ab7ea5a73" providerId="LiveId" clId="{57E85F05-72C8-49CD-A549-2774B4310B63}" dt="2025-11-19T20:52:30.852" v="7077" actId="14100"/>
        <pc:sldMkLst>
          <pc:docMk/>
          <pc:sldMk cId="3358233343" sldId="284"/>
        </pc:sldMkLst>
        <pc:spChg chg="mod">
          <ac:chgData name="Udaya Singireddy" userId="753d881ab7ea5a73" providerId="LiveId" clId="{57E85F05-72C8-49CD-A549-2774B4310B63}" dt="2025-11-16T01:39:39.954" v="4359" actId="255"/>
          <ac:spMkLst>
            <pc:docMk/>
            <pc:sldMk cId="3358233343" sldId="284"/>
            <ac:spMk id="8" creationId="{D2DC5110-ABD2-16A2-8AF2-9574F8F45A1C}"/>
          </ac:spMkLst>
        </pc:spChg>
        <pc:picChg chg="add mod">
          <ac:chgData name="Udaya Singireddy" userId="753d881ab7ea5a73" providerId="LiveId" clId="{57E85F05-72C8-49CD-A549-2774B4310B63}" dt="2025-11-19T20:52:30.852" v="7077" actId="14100"/>
          <ac:picMkLst>
            <pc:docMk/>
            <pc:sldMk cId="3358233343" sldId="284"/>
            <ac:picMk id="3" creationId="{2DC42AC1-38C4-B3A4-BAE0-66E52DB0BA73}"/>
          </ac:picMkLst>
        </pc:picChg>
        <pc:picChg chg="add del mod">
          <ac:chgData name="Udaya Singireddy" userId="753d881ab7ea5a73" providerId="LiveId" clId="{57E85F05-72C8-49CD-A549-2774B4310B63}" dt="2025-11-19T17:25:07.064" v="5195" actId="478"/>
          <ac:picMkLst>
            <pc:docMk/>
            <pc:sldMk cId="3358233343" sldId="284"/>
            <ac:picMk id="3" creationId="{E90A13EC-A706-3834-F426-4B08E3D2537D}"/>
          </ac:picMkLst>
        </pc:picChg>
        <pc:picChg chg="add del mod">
          <ac:chgData name="Udaya Singireddy" userId="753d881ab7ea5a73" providerId="LiveId" clId="{57E85F05-72C8-49CD-A549-2774B4310B63}" dt="2025-11-19T17:24:56.886" v="5194" actId="22"/>
          <ac:picMkLst>
            <pc:docMk/>
            <pc:sldMk cId="3358233343" sldId="284"/>
            <ac:picMk id="4" creationId="{F7580823-C1CD-71FE-326E-CD4D3AAD3AE5}"/>
          </ac:picMkLst>
        </pc:picChg>
        <pc:picChg chg="add del mod">
          <ac:chgData name="Udaya Singireddy" userId="753d881ab7ea5a73" providerId="LiveId" clId="{57E85F05-72C8-49CD-A549-2774B4310B63}" dt="2025-11-19T20:52:07.531" v="7074" actId="478"/>
          <ac:picMkLst>
            <pc:docMk/>
            <pc:sldMk cId="3358233343" sldId="284"/>
            <ac:picMk id="6" creationId="{A93A2F26-44E5-A42A-EE05-B12504590CA5}"/>
          </ac:picMkLst>
        </pc:picChg>
      </pc:sldChg>
      <pc:sldChg chg="addSp delSp modSp add del mod">
        <pc:chgData name="Udaya Singireddy" userId="753d881ab7ea5a73" providerId="LiveId" clId="{57E85F05-72C8-49CD-A549-2774B4310B63}" dt="2025-11-19T20:51:45.137" v="7073" actId="14100"/>
        <pc:sldMkLst>
          <pc:docMk/>
          <pc:sldMk cId="3039758921" sldId="285"/>
        </pc:sldMkLst>
        <pc:spChg chg="mod">
          <ac:chgData name="Udaya Singireddy" userId="753d881ab7ea5a73" providerId="LiveId" clId="{57E85F05-72C8-49CD-A549-2774B4310B63}" dt="2025-11-16T01:42:09.141" v="4384" actId="14100"/>
          <ac:spMkLst>
            <pc:docMk/>
            <pc:sldMk cId="3039758921" sldId="285"/>
            <ac:spMk id="8" creationId="{27E11708-AF83-D957-4390-6E72AE1FA5BE}"/>
          </ac:spMkLst>
        </pc:spChg>
        <pc:spChg chg="mod">
          <ac:chgData name="Udaya Singireddy" userId="753d881ab7ea5a73" providerId="LiveId" clId="{57E85F05-72C8-49CD-A549-2774B4310B63}" dt="2025-11-16T02:52:22.569" v="4471" actId="108"/>
          <ac:spMkLst>
            <pc:docMk/>
            <pc:sldMk cId="3039758921" sldId="285"/>
            <ac:spMk id="279" creationId="{15560B48-AE4E-F6FC-3B44-88C86C21ED82}"/>
          </ac:spMkLst>
        </pc:spChg>
        <pc:picChg chg="add del mod">
          <ac:chgData name="Udaya Singireddy" userId="753d881ab7ea5a73" providerId="LiveId" clId="{57E85F05-72C8-49CD-A549-2774B4310B63}" dt="2025-11-19T20:51:38.004" v="7070" actId="478"/>
          <ac:picMkLst>
            <pc:docMk/>
            <pc:sldMk cId="3039758921" sldId="285"/>
            <ac:picMk id="3" creationId="{946F990C-902F-BBCF-826E-1C09E631F9C3}"/>
          </ac:picMkLst>
        </pc:picChg>
        <pc:picChg chg="add del mod">
          <ac:chgData name="Udaya Singireddy" userId="753d881ab7ea5a73" providerId="LiveId" clId="{57E85F05-72C8-49CD-A549-2774B4310B63}" dt="2025-11-19T17:27:09.707" v="5200" actId="478"/>
          <ac:picMkLst>
            <pc:docMk/>
            <pc:sldMk cId="3039758921" sldId="285"/>
            <ac:picMk id="4" creationId="{C093E85A-D848-85BB-8102-B2CD553D47CF}"/>
          </ac:picMkLst>
        </pc:picChg>
        <pc:picChg chg="add mod">
          <ac:chgData name="Udaya Singireddy" userId="753d881ab7ea5a73" providerId="LiveId" clId="{57E85F05-72C8-49CD-A549-2774B4310B63}" dt="2025-11-19T20:51:45.137" v="7073" actId="14100"/>
          <ac:picMkLst>
            <pc:docMk/>
            <pc:sldMk cId="3039758921" sldId="285"/>
            <ac:picMk id="4" creationId="{D56DFA8C-024E-400D-5151-F15260C86A44}"/>
          </ac:picMkLst>
        </pc:picChg>
      </pc:sldChg>
      <pc:sldChg chg="addSp delSp modSp add mod">
        <pc:chgData name="Udaya Singireddy" userId="753d881ab7ea5a73" providerId="LiveId" clId="{57E85F05-72C8-49CD-A549-2774B4310B63}" dt="2025-11-19T20:19:43.347" v="7042" actId="20577"/>
        <pc:sldMkLst>
          <pc:docMk/>
          <pc:sldMk cId="4139960230" sldId="286"/>
        </pc:sldMkLst>
        <pc:spChg chg="mod">
          <ac:chgData name="Udaya Singireddy" userId="753d881ab7ea5a73" providerId="LiveId" clId="{57E85F05-72C8-49CD-A549-2774B4310B63}" dt="2025-11-14T16:10:35.619" v="1186" actId="20577"/>
          <ac:spMkLst>
            <pc:docMk/>
            <pc:sldMk cId="4139960230" sldId="286"/>
            <ac:spMk id="8" creationId="{CF33690C-3C3A-6EBB-555C-A3B36C5622AA}"/>
          </ac:spMkLst>
        </pc:spChg>
        <pc:spChg chg="mod">
          <ac:chgData name="Udaya Singireddy" userId="753d881ab7ea5a73" providerId="LiveId" clId="{57E85F05-72C8-49CD-A549-2774B4310B63}" dt="2025-11-19T20:19:43.347" v="7042" actId="20577"/>
          <ac:spMkLst>
            <pc:docMk/>
            <pc:sldMk cId="4139960230" sldId="286"/>
            <ac:spMk id="279" creationId="{A9583DDC-8E8F-97A3-5872-5E34C1424178}"/>
          </ac:spMkLst>
        </pc:spChg>
        <pc:picChg chg="add mod">
          <ac:chgData name="Udaya Singireddy" userId="753d881ab7ea5a73" providerId="LiveId" clId="{57E85F05-72C8-49CD-A549-2774B4310B63}" dt="2025-11-19T16:17:05.582" v="4708" actId="1076"/>
          <ac:picMkLst>
            <pc:docMk/>
            <pc:sldMk cId="4139960230" sldId="286"/>
            <ac:picMk id="3" creationId="{61DE9DD3-FF2C-135A-663E-0079FA7B6AE1}"/>
          </ac:picMkLst>
        </pc:picChg>
        <pc:picChg chg="add del mod">
          <ac:chgData name="Udaya Singireddy" userId="753d881ab7ea5a73" providerId="LiveId" clId="{57E85F05-72C8-49CD-A549-2774B4310B63}" dt="2025-11-19T16:07:36.481" v="4625" actId="478"/>
          <ac:picMkLst>
            <pc:docMk/>
            <pc:sldMk cId="4139960230" sldId="286"/>
            <ac:picMk id="11" creationId="{14962D85-6CBA-774C-4F25-33365564203B}"/>
          </ac:picMkLst>
        </pc:picChg>
      </pc:sldChg>
      <pc:sldChg chg="addSp delSp modSp add mod ord">
        <pc:chgData name="Udaya Singireddy" userId="753d881ab7ea5a73" providerId="LiveId" clId="{57E85F05-72C8-49CD-A549-2774B4310B63}" dt="2025-11-19T16:19:21.663" v="4760" actId="1076"/>
        <pc:sldMkLst>
          <pc:docMk/>
          <pc:sldMk cId="2461537371" sldId="287"/>
        </pc:sldMkLst>
        <pc:spChg chg="mod">
          <ac:chgData name="Udaya Singireddy" userId="753d881ab7ea5a73" providerId="LiveId" clId="{57E85F05-72C8-49CD-A549-2774B4310B63}" dt="2025-11-14T18:01:31.999" v="1274"/>
          <ac:spMkLst>
            <pc:docMk/>
            <pc:sldMk cId="2461537371" sldId="287"/>
            <ac:spMk id="8" creationId="{E7410EA2-E3E9-9612-6B7E-881C819A3866}"/>
          </ac:spMkLst>
        </pc:spChg>
        <pc:spChg chg="mod">
          <ac:chgData name="Udaya Singireddy" userId="753d881ab7ea5a73" providerId="LiveId" clId="{57E85F05-72C8-49CD-A549-2774B4310B63}" dt="2025-11-14T19:16:17.046" v="1317" actId="20577"/>
          <ac:spMkLst>
            <pc:docMk/>
            <pc:sldMk cId="2461537371" sldId="287"/>
            <ac:spMk id="255" creationId="{4A1A7903-323E-E3C8-8760-8B1397F6C3EF}"/>
          </ac:spMkLst>
        </pc:spChg>
        <pc:spChg chg="mod">
          <ac:chgData name="Udaya Singireddy" userId="753d881ab7ea5a73" providerId="LiveId" clId="{57E85F05-72C8-49CD-A549-2774B4310B63}" dt="2025-11-14T19:16:32.943" v="1335" actId="20577"/>
          <ac:spMkLst>
            <pc:docMk/>
            <pc:sldMk cId="2461537371" sldId="287"/>
            <ac:spMk id="256" creationId="{50745F3B-907F-C4ED-3C96-DCC7A199D652}"/>
          </ac:spMkLst>
        </pc:spChg>
        <pc:spChg chg="mod">
          <ac:chgData name="Udaya Singireddy" userId="753d881ab7ea5a73" providerId="LiveId" clId="{57E85F05-72C8-49CD-A549-2774B4310B63}" dt="2025-11-15T15:49:37.368" v="3486" actId="20577"/>
          <ac:spMkLst>
            <pc:docMk/>
            <pc:sldMk cId="2461537371" sldId="287"/>
            <ac:spMk id="257" creationId="{501636AD-2D73-D795-CCAD-764ED2F3F494}"/>
          </ac:spMkLst>
        </pc:spChg>
        <pc:spChg chg="mod">
          <ac:chgData name="Udaya Singireddy" userId="753d881ab7ea5a73" providerId="LiveId" clId="{57E85F05-72C8-49CD-A549-2774B4310B63}" dt="2025-11-14T19:14:47.395" v="1293" actId="20577"/>
          <ac:spMkLst>
            <pc:docMk/>
            <pc:sldMk cId="2461537371" sldId="287"/>
            <ac:spMk id="264" creationId="{3818E513-A57E-5C46-C422-5FDC35C25284}"/>
          </ac:spMkLst>
        </pc:spChg>
        <pc:spChg chg="mod">
          <ac:chgData name="Udaya Singireddy" userId="753d881ab7ea5a73" providerId="LiveId" clId="{57E85F05-72C8-49CD-A549-2774B4310B63}" dt="2025-11-14T19:22:53.628" v="1580" actId="1076"/>
          <ac:spMkLst>
            <pc:docMk/>
            <pc:sldMk cId="2461537371" sldId="287"/>
            <ac:spMk id="278" creationId="{DD4BFCB8-92F7-8205-CF49-C24AE620428B}"/>
          </ac:spMkLst>
        </pc:spChg>
        <pc:spChg chg="add del mod">
          <ac:chgData name="Udaya Singireddy" userId="753d881ab7ea5a73" providerId="LiveId" clId="{57E85F05-72C8-49CD-A549-2774B4310B63}" dt="2025-11-19T16:19:21.663" v="4760" actId="1076"/>
          <ac:spMkLst>
            <pc:docMk/>
            <pc:sldMk cId="2461537371" sldId="287"/>
            <ac:spMk id="279" creationId="{C71DF340-D083-D543-2995-D6AB58E4091F}"/>
          </ac:spMkLst>
        </pc:spChg>
        <pc:grpChg chg="mod">
          <ac:chgData name="Udaya Singireddy" userId="753d881ab7ea5a73" providerId="LiveId" clId="{57E85F05-72C8-49CD-A549-2774B4310B63}" dt="2025-11-14T19:14:43.833" v="1291" actId="1076"/>
          <ac:grpSpMkLst>
            <pc:docMk/>
            <pc:sldMk cId="2461537371" sldId="287"/>
            <ac:grpSpMk id="260" creationId="{A52C59A9-2122-AB42-5024-F9C6FAA7A204}"/>
          </ac:grpSpMkLst>
        </pc:grpChg>
        <pc:graphicFrameChg chg="mod modGraphic">
          <ac:chgData name="Udaya Singireddy" userId="753d881ab7ea5a73" providerId="LiveId" clId="{57E85F05-72C8-49CD-A549-2774B4310B63}" dt="2025-11-19T16:08:53.862" v="4657" actId="20577"/>
          <ac:graphicFrameMkLst>
            <pc:docMk/>
            <pc:sldMk cId="2461537371" sldId="287"/>
            <ac:graphicFrameMk id="6" creationId="{EF21FB33-E89E-7044-351C-F498DC99A602}"/>
          </ac:graphicFrameMkLst>
        </pc:graphicFrameChg>
        <pc:picChg chg="add del mod">
          <ac:chgData name="Udaya Singireddy" userId="753d881ab7ea5a73" providerId="LiveId" clId="{57E85F05-72C8-49CD-A549-2774B4310B63}" dt="2025-11-19T16:16:49.975" v="4707" actId="478"/>
          <ac:picMkLst>
            <pc:docMk/>
            <pc:sldMk cId="2461537371" sldId="287"/>
            <ac:picMk id="3" creationId="{C24D7A41-34A5-8F18-525A-D25F94BD3EC6}"/>
          </ac:picMkLst>
        </pc:picChg>
      </pc:sldChg>
      <pc:sldChg chg="addSp delSp modSp add mod ord">
        <pc:chgData name="Udaya Singireddy" userId="753d881ab7ea5a73" providerId="LiveId" clId="{57E85F05-72C8-49CD-A549-2774B4310B63}" dt="2025-11-19T19:44:21.649" v="6406" actId="20578"/>
        <pc:sldMkLst>
          <pc:docMk/>
          <pc:sldMk cId="278792000" sldId="290"/>
        </pc:sldMkLst>
        <pc:spChg chg="mod">
          <ac:chgData name="Udaya Singireddy" userId="753d881ab7ea5a73" providerId="LiveId" clId="{57E85F05-72C8-49CD-A549-2774B4310B63}" dt="2025-11-14T20:29:39.135" v="2347" actId="20577"/>
          <ac:spMkLst>
            <pc:docMk/>
            <pc:sldMk cId="278792000" sldId="290"/>
            <ac:spMk id="6" creationId="{EA2F1728-C0F5-A863-CDBB-6AE574E7B8BC}"/>
          </ac:spMkLst>
        </pc:spChg>
        <pc:spChg chg="add del">
          <ac:chgData name="Udaya Singireddy" userId="753d881ab7ea5a73" providerId="LiveId" clId="{57E85F05-72C8-49CD-A549-2774B4310B63}" dt="2025-11-19T15:00:13.349" v="4614" actId="22"/>
          <ac:spMkLst>
            <pc:docMk/>
            <pc:sldMk cId="278792000" sldId="290"/>
            <ac:spMk id="14" creationId="{05723AD2-D48C-B40F-0B2F-C2DC436FFA5F}"/>
          </ac:spMkLst>
        </pc:spChg>
        <pc:spChg chg="add del mod">
          <ac:chgData name="Udaya Singireddy" userId="753d881ab7ea5a73" providerId="LiveId" clId="{57E85F05-72C8-49CD-A549-2774B4310B63}" dt="2025-11-19T16:28:58.795" v="4768" actId="22"/>
          <ac:spMkLst>
            <pc:docMk/>
            <pc:sldMk cId="278792000" sldId="290"/>
            <ac:spMk id="17" creationId="{5327E8BC-855D-E615-3233-D801F7823C4B}"/>
          </ac:spMkLst>
        </pc:spChg>
        <pc:spChg chg="add del mod">
          <ac:chgData name="Udaya Singireddy" userId="753d881ab7ea5a73" providerId="LiveId" clId="{57E85F05-72C8-49CD-A549-2774B4310B63}" dt="2025-11-19T16:54:34.648" v="5032" actId="478"/>
          <ac:spMkLst>
            <pc:docMk/>
            <pc:sldMk cId="278792000" sldId="290"/>
            <ac:spMk id="21" creationId="{C90FB0EF-42EF-0CC1-D36B-CC8BB1015A7E}"/>
          </ac:spMkLst>
        </pc:spChg>
        <pc:spChg chg="add del mod">
          <ac:chgData name="Udaya Singireddy" userId="753d881ab7ea5a73" providerId="LiveId" clId="{57E85F05-72C8-49CD-A549-2774B4310B63}" dt="2025-11-19T16:43:27.017" v="4898" actId="22"/>
          <ac:spMkLst>
            <pc:docMk/>
            <pc:sldMk cId="278792000" sldId="290"/>
            <ac:spMk id="29" creationId="{2FC02CCD-BA3A-E2AD-A8AC-8010858DF44B}"/>
          </ac:spMkLst>
        </pc:spChg>
        <pc:graphicFrameChg chg="add del mod modGraphic">
          <ac:chgData name="Udaya Singireddy" userId="753d881ab7ea5a73" providerId="LiveId" clId="{57E85F05-72C8-49CD-A549-2774B4310B63}" dt="2025-11-19T14:57:20.752" v="4540" actId="478"/>
          <ac:graphicFrameMkLst>
            <pc:docMk/>
            <pc:sldMk cId="278792000" sldId="290"/>
            <ac:graphicFrameMk id="8" creationId="{A4C8E8BF-9A28-8819-EBFD-31B03495B919}"/>
          </ac:graphicFrameMkLst>
        </pc:graphicFrameChg>
        <pc:graphicFrameChg chg="add mod modGraphic">
          <ac:chgData name="Udaya Singireddy" userId="753d881ab7ea5a73" providerId="LiveId" clId="{57E85F05-72C8-49CD-A549-2774B4310B63}" dt="2025-11-19T14:59:49.521" v="4612" actId="20577"/>
          <ac:graphicFrameMkLst>
            <pc:docMk/>
            <pc:sldMk cId="278792000" sldId="290"/>
            <ac:graphicFrameMk id="9" creationId="{B7D8616E-5E45-F755-D4C4-50B7D34B19F4}"/>
          </ac:graphicFrameMkLst>
        </pc:graphicFrameChg>
        <pc:graphicFrameChg chg="del mod modGraphic">
          <ac:chgData name="Udaya Singireddy" userId="753d881ab7ea5a73" providerId="LiveId" clId="{57E85F05-72C8-49CD-A549-2774B4310B63}" dt="2025-11-19T16:52:07.947" v="4998" actId="478"/>
          <ac:graphicFrameMkLst>
            <pc:docMk/>
            <pc:sldMk cId="278792000" sldId="290"/>
            <ac:graphicFrameMk id="11" creationId="{5404C898-CD31-8B6C-91EB-D78497DAF60B}"/>
          </ac:graphicFrameMkLst>
        </pc:graphicFrameChg>
        <pc:graphicFrameChg chg="del mod modGraphic">
          <ac:chgData name="Udaya Singireddy" userId="753d881ab7ea5a73" providerId="LiveId" clId="{57E85F05-72C8-49CD-A549-2774B4310B63}" dt="2025-11-19T16:37:35.849" v="4847" actId="478"/>
          <ac:graphicFrameMkLst>
            <pc:docMk/>
            <pc:sldMk cId="278792000" sldId="290"/>
            <ac:graphicFrameMk id="12" creationId="{7637B4C6-40A3-C7AE-0613-DE807ED9942A}"/>
          </ac:graphicFrameMkLst>
        </pc:graphicFrameChg>
        <pc:graphicFrameChg chg="mod modGraphic">
          <ac:chgData name="Udaya Singireddy" userId="753d881ab7ea5a73" providerId="LiveId" clId="{57E85F05-72C8-49CD-A549-2774B4310B63}" dt="2025-11-19T17:11:11.896" v="5174" actId="14734"/>
          <ac:graphicFrameMkLst>
            <pc:docMk/>
            <pc:sldMk cId="278792000" sldId="290"/>
            <ac:graphicFrameMk id="13" creationId="{298BBCEC-B550-D3ED-EDA6-9D65830503AC}"/>
          </ac:graphicFrameMkLst>
        </pc:graphicFrameChg>
        <pc:graphicFrameChg chg="add del mod modGraphic">
          <ac:chgData name="Udaya Singireddy" userId="753d881ab7ea5a73" providerId="LiveId" clId="{57E85F05-72C8-49CD-A549-2774B4310B63}" dt="2025-11-19T16:29:02.457" v="4771" actId="3680"/>
          <ac:graphicFrameMkLst>
            <pc:docMk/>
            <pc:sldMk cId="278792000" sldId="290"/>
            <ac:graphicFrameMk id="15" creationId="{9C93DB65-2357-0152-00F2-810C35A5705E}"/>
          </ac:graphicFrameMkLst>
        </pc:graphicFrameChg>
        <pc:graphicFrameChg chg="add del mod modGraphic">
          <ac:chgData name="Udaya Singireddy" userId="753d881ab7ea5a73" providerId="LiveId" clId="{57E85F05-72C8-49CD-A549-2774B4310B63}" dt="2025-11-19T16:54:25.805" v="5031" actId="478"/>
          <ac:graphicFrameMkLst>
            <pc:docMk/>
            <pc:sldMk cId="278792000" sldId="290"/>
            <ac:graphicFrameMk id="18" creationId="{19FFEE06-9D15-116F-7090-2A60CD7256B4}"/>
          </ac:graphicFrameMkLst>
        </pc:graphicFrameChg>
        <pc:graphicFrameChg chg="del mod modGraphic">
          <ac:chgData name="Udaya Singireddy" userId="753d881ab7ea5a73" providerId="LiveId" clId="{57E85F05-72C8-49CD-A549-2774B4310B63}" dt="2025-11-19T16:39:44.498" v="4867" actId="478"/>
          <ac:graphicFrameMkLst>
            <pc:docMk/>
            <pc:sldMk cId="278792000" sldId="290"/>
            <ac:graphicFrameMk id="19" creationId="{7D07A88F-5048-31DE-B7CD-79178D64C639}"/>
          </ac:graphicFrameMkLst>
        </pc:graphicFrameChg>
        <pc:graphicFrameChg chg="add del mod modGraphic">
          <ac:chgData name="Udaya Singireddy" userId="753d881ab7ea5a73" providerId="LiveId" clId="{57E85F05-72C8-49CD-A549-2774B4310B63}" dt="2025-11-19T16:46:22.331" v="4953" actId="478"/>
          <ac:graphicFrameMkLst>
            <pc:docMk/>
            <pc:sldMk cId="278792000" sldId="290"/>
            <ac:graphicFrameMk id="22" creationId="{D020ED90-5348-844B-933E-C84701AF7296}"/>
          </ac:graphicFrameMkLst>
        </pc:graphicFrameChg>
        <pc:graphicFrameChg chg="del mod">
          <ac:chgData name="Udaya Singireddy" userId="753d881ab7ea5a73" providerId="LiveId" clId="{57E85F05-72C8-49CD-A549-2774B4310B63}" dt="2025-11-19T17:07:13.213" v="5165" actId="478"/>
          <ac:graphicFrameMkLst>
            <pc:docMk/>
            <pc:sldMk cId="278792000" sldId="290"/>
            <ac:graphicFrameMk id="23" creationId="{5FC5A634-CE96-0741-B7FC-B80E3EDECE78}"/>
          </ac:graphicFrameMkLst>
        </pc:graphicFrameChg>
        <pc:graphicFrameChg chg="add mod modGraphic">
          <ac:chgData name="Udaya Singireddy" userId="753d881ab7ea5a73" providerId="LiveId" clId="{57E85F05-72C8-49CD-A549-2774B4310B63}" dt="2025-11-19T17:01:14.280" v="5104" actId="1076"/>
          <ac:graphicFrameMkLst>
            <pc:docMk/>
            <pc:sldMk cId="278792000" sldId="290"/>
            <ac:graphicFrameMk id="24" creationId="{8F64B1E4-B107-1BDA-D3A0-939DE2FF5092}"/>
          </ac:graphicFrameMkLst>
        </pc:graphicFrameChg>
        <pc:graphicFrameChg chg="add del mod modGraphic">
          <ac:chgData name="Udaya Singireddy" userId="753d881ab7ea5a73" providerId="LiveId" clId="{57E85F05-72C8-49CD-A549-2774B4310B63}" dt="2025-11-19T16:47:05.775" v="4963" actId="478"/>
          <ac:graphicFrameMkLst>
            <pc:docMk/>
            <pc:sldMk cId="278792000" sldId="290"/>
            <ac:graphicFrameMk id="25" creationId="{1C545737-3D30-03BB-E49D-B7FAF6599265}"/>
          </ac:graphicFrameMkLst>
        </pc:graphicFrameChg>
        <pc:graphicFrameChg chg="del mod modGraphic">
          <ac:chgData name="Udaya Singireddy" userId="753d881ab7ea5a73" providerId="LiveId" clId="{57E85F05-72C8-49CD-A549-2774B4310B63}" dt="2025-11-19T17:07:02.913" v="5161" actId="478"/>
          <ac:graphicFrameMkLst>
            <pc:docMk/>
            <pc:sldMk cId="278792000" sldId="290"/>
            <ac:graphicFrameMk id="27" creationId="{997E7DD7-0D39-73DC-4929-FFA4BEEDDB3C}"/>
          </ac:graphicFrameMkLst>
        </pc:graphicFrameChg>
        <pc:graphicFrameChg chg="del mod modGraphic">
          <ac:chgData name="Udaya Singireddy" userId="753d881ab7ea5a73" providerId="LiveId" clId="{57E85F05-72C8-49CD-A549-2774B4310B63}" dt="2025-11-19T17:07:09.985" v="5164" actId="478"/>
          <ac:graphicFrameMkLst>
            <pc:docMk/>
            <pc:sldMk cId="278792000" sldId="290"/>
            <ac:graphicFrameMk id="28" creationId="{880B14FE-D0BC-F5D8-CBB6-46100824E2DE}"/>
          </ac:graphicFrameMkLst>
        </pc:graphicFrameChg>
        <pc:graphicFrameChg chg="add del mod modGraphic">
          <ac:chgData name="Udaya Singireddy" userId="753d881ab7ea5a73" providerId="LiveId" clId="{57E85F05-72C8-49CD-A549-2774B4310B63}" dt="2025-11-19T16:46:57.101" v="4961" actId="478"/>
          <ac:graphicFrameMkLst>
            <pc:docMk/>
            <pc:sldMk cId="278792000" sldId="290"/>
            <ac:graphicFrameMk id="30" creationId="{25BE8283-D21C-E68A-6BDF-CAA1AA8147C0}"/>
          </ac:graphicFrameMkLst>
        </pc:graphicFrameChg>
        <pc:graphicFrameChg chg="add mod modGraphic">
          <ac:chgData name="Udaya Singireddy" userId="753d881ab7ea5a73" providerId="LiveId" clId="{57E85F05-72C8-49CD-A549-2774B4310B63}" dt="2025-11-19T17:01:14.280" v="5104" actId="1076"/>
          <ac:graphicFrameMkLst>
            <pc:docMk/>
            <pc:sldMk cId="278792000" sldId="290"/>
            <ac:graphicFrameMk id="31" creationId="{27800EC2-7B6C-7B8D-C4B2-63ADA1DF0DA7}"/>
          </ac:graphicFrameMkLst>
        </pc:graphicFrameChg>
        <pc:graphicFrameChg chg="add mod modGraphic">
          <ac:chgData name="Udaya Singireddy" userId="753d881ab7ea5a73" providerId="LiveId" clId="{57E85F05-72C8-49CD-A549-2774B4310B63}" dt="2025-11-19T16:55:20.945" v="5036" actId="255"/>
          <ac:graphicFrameMkLst>
            <pc:docMk/>
            <pc:sldMk cId="278792000" sldId="290"/>
            <ac:graphicFrameMk id="32" creationId="{87602ABC-C243-09C6-30FE-F12E92B031C8}"/>
          </ac:graphicFrameMkLst>
        </pc:graphicFrameChg>
        <pc:graphicFrameChg chg="add mod">
          <ac:chgData name="Udaya Singireddy" userId="753d881ab7ea5a73" providerId="LiveId" clId="{57E85F05-72C8-49CD-A549-2774B4310B63}" dt="2025-11-19T16:52:34.007" v="5002" actId="1076"/>
          <ac:graphicFrameMkLst>
            <pc:docMk/>
            <pc:sldMk cId="278792000" sldId="290"/>
            <ac:graphicFrameMk id="33" creationId="{7C96FB55-1A4F-F6FB-6961-BBD1A4BC9730}"/>
          </ac:graphicFrameMkLst>
        </pc:graphicFrameChg>
        <pc:graphicFrameChg chg="add del mod modGraphic">
          <ac:chgData name="Udaya Singireddy" userId="753d881ab7ea5a73" providerId="LiveId" clId="{57E85F05-72C8-49CD-A549-2774B4310B63}" dt="2025-11-19T17:05:38.290" v="5154" actId="478"/>
          <ac:graphicFrameMkLst>
            <pc:docMk/>
            <pc:sldMk cId="278792000" sldId="290"/>
            <ac:graphicFrameMk id="34" creationId="{B22F3601-5D81-B42C-3C31-82E38801D25D}"/>
          </ac:graphicFrameMkLst>
        </pc:graphicFrameChg>
        <pc:graphicFrameChg chg="add del mod modGraphic">
          <ac:chgData name="Udaya Singireddy" userId="753d881ab7ea5a73" providerId="LiveId" clId="{57E85F05-72C8-49CD-A549-2774B4310B63}" dt="2025-11-19T17:05:45.752" v="5157" actId="478"/>
          <ac:graphicFrameMkLst>
            <pc:docMk/>
            <pc:sldMk cId="278792000" sldId="290"/>
            <ac:graphicFrameMk id="35" creationId="{90AB59B2-3A66-937B-6604-661F53F4BBDA}"/>
          </ac:graphicFrameMkLst>
        </pc:graphicFrameChg>
        <pc:graphicFrameChg chg="add del mod modGraphic">
          <ac:chgData name="Udaya Singireddy" userId="753d881ab7ea5a73" providerId="LiveId" clId="{57E85F05-72C8-49CD-A549-2774B4310B63}" dt="2025-11-19T17:03:37.224" v="5132" actId="478"/>
          <ac:graphicFrameMkLst>
            <pc:docMk/>
            <pc:sldMk cId="278792000" sldId="290"/>
            <ac:graphicFrameMk id="36" creationId="{8FAC6595-48FF-2AF7-BDCD-E0CEB482F801}"/>
          </ac:graphicFrameMkLst>
        </pc:graphicFrameChg>
        <pc:graphicFrameChg chg="add del mod">
          <ac:chgData name="Udaya Singireddy" userId="753d881ab7ea5a73" providerId="LiveId" clId="{57E85F05-72C8-49CD-A549-2774B4310B63}" dt="2025-11-19T16:50:14.607" v="4988" actId="478"/>
          <ac:graphicFrameMkLst>
            <pc:docMk/>
            <pc:sldMk cId="278792000" sldId="290"/>
            <ac:graphicFrameMk id="37" creationId="{A45C2727-6669-C769-06AA-21303459004E}"/>
          </ac:graphicFrameMkLst>
        </pc:graphicFrameChg>
        <pc:graphicFrameChg chg="add mod modGraphic">
          <ac:chgData name="Udaya Singireddy" userId="753d881ab7ea5a73" providerId="LiveId" clId="{57E85F05-72C8-49CD-A549-2774B4310B63}" dt="2025-11-19T17:01:32.356" v="5107" actId="1076"/>
          <ac:graphicFrameMkLst>
            <pc:docMk/>
            <pc:sldMk cId="278792000" sldId="290"/>
            <ac:graphicFrameMk id="38" creationId="{8DD20B55-7190-A8B7-A445-779A5500AB30}"/>
          </ac:graphicFrameMkLst>
        </pc:graphicFrameChg>
        <pc:graphicFrameChg chg="add del mod modGraphic">
          <ac:chgData name="Udaya Singireddy" userId="753d881ab7ea5a73" providerId="LiveId" clId="{57E85F05-72C8-49CD-A549-2774B4310B63}" dt="2025-11-19T17:05:52.662" v="5158" actId="21"/>
          <ac:graphicFrameMkLst>
            <pc:docMk/>
            <pc:sldMk cId="278792000" sldId="290"/>
            <ac:graphicFrameMk id="39" creationId="{5237A397-48B9-6C91-40D9-B436EB0FB059}"/>
          </ac:graphicFrameMkLst>
        </pc:graphicFrameChg>
        <pc:graphicFrameChg chg="add del mod">
          <ac:chgData name="Udaya Singireddy" userId="753d881ab7ea5a73" providerId="LiveId" clId="{57E85F05-72C8-49CD-A549-2774B4310B63}" dt="2025-11-19T17:05:52.662" v="5158" actId="21"/>
          <ac:graphicFrameMkLst>
            <pc:docMk/>
            <pc:sldMk cId="278792000" sldId="290"/>
            <ac:graphicFrameMk id="40" creationId="{D8F6507B-A4AE-EF66-A135-3E46202B46BE}"/>
          </ac:graphicFrameMkLst>
        </pc:graphicFrameChg>
        <pc:graphicFrameChg chg="add del mod">
          <ac:chgData name="Udaya Singireddy" userId="753d881ab7ea5a73" providerId="LiveId" clId="{57E85F05-72C8-49CD-A549-2774B4310B63}" dt="2025-11-19T17:05:52.662" v="5158" actId="21"/>
          <ac:graphicFrameMkLst>
            <pc:docMk/>
            <pc:sldMk cId="278792000" sldId="290"/>
            <ac:graphicFrameMk id="41" creationId="{9F0E6E86-C26A-2690-824B-305195C5A588}"/>
          </ac:graphicFrameMkLst>
        </pc:graphicFrameChg>
        <pc:graphicFrameChg chg="add mod">
          <ac:chgData name="Udaya Singireddy" userId="753d881ab7ea5a73" providerId="LiveId" clId="{57E85F05-72C8-49CD-A549-2774B4310B63}" dt="2025-11-19T17:06:03.196" v="5160" actId="1076"/>
          <ac:graphicFrameMkLst>
            <pc:docMk/>
            <pc:sldMk cId="278792000" sldId="290"/>
            <ac:graphicFrameMk id="42" creationId="{5237A397-48B9-6C91-40D9-B436EB0FB059}"/>
          </ac:graphicFrameMkLst>
        </pc:graphicFrameChg>
        <pc:graphicFrameChg chg="add mod">
          <ac:chgData name="Udaya Singireddy" userId="753d881ab7ea5a73" providerId="LiveId" clId="{57E85F05-72C8-49CD-A549-2774B4310B63}" dt="2025-11-19T17:06:03.196" v="5160" actId="1076"/>
          <ac:graphicFrameMkLst>
            <pc:docMk/>
            <pc:sldMk cId="278792000" sldId="290"/>
            <ac:graphicFrameMk id="43" creationId="{D8F6507B-A4AE-EF66-A135-3E46202B46BE}"/>
          </ac:graphicFrameMkLst>
        </pc:graphicFrameChg>
        <pc:graphicFrameChg chg="add mod">
          <ac:chgData name="Udaya Singireddy" userId="753d881ab7ea5a73" providerId="LiveId" clId="{57E85F05-72C8-49CD-A549-2774B4310B63}" dt="2025-11-19T17:06:03.196" v="5160" actId="1076"/>
          <ac:graphicFrameMkLst>
            <pc:docMk/>
            <pc:sldMk cId="278792000" sldId="290"/>
            <ac:graphicFrameMk id="44" creationId="{9F0E6E86-C26A-2690-824B-305195C5A588}"/>
          </ac:graphicFrameMkLst>
        </pc:graphicFrameChg>
        <pc:graphicFrameChg chg="add mod">
          <ac:chgData name="Udaya Singireddy" userId="753d881ab7ea5a73" providerId="LiveId" clId="{57E85F05-72C8-49CD-A549-2774B4310B63}" dt="2025-11-19T17:07:14.968" v="5166"/>
          <ac:graphicFrameMkLst>
            <pc:docMk/>
            <pc:sldMk cId="278792000" sldId="290"/>
            <ac:graphicFrameMk id="45" creationId="{EAA6291A-6701-B29A-0853-6E7EDD8297D4}"/>
          </ac:graphicFrameMkLst>
        </pc:graphicFrameChg>
        <pc:graphicFrameChg chg="add mod">
          <ac:chgData name="Udaya Singireddy" userId="753d881ab7ea5a73" providerId="LiveId" clId="{57E85F05-72C8-49CD-A549-2774B4310B63}" dt="2025-11-19T17:07:14.968" v="5166"/>
          <ac:graphicFrameMkLst>
            <pc:docMk/>
            <pc:sldMk cId="278792000" sldId="290"/>
            <ac:graphicFrameMk id="46" creationId="{F5ABE4A9-27D6-D200-E431-387117D81A49}"/>
          </ac:graphicFrameMkLst>
        </pc:graphicFrameChg>
        <pc:graphicFrameChg chg="add mod modGraphic">
          <ac:chgData name="Udaya Singireddy" userId="753d881ab7ea5a73" providerId="LiveId" clId="{57E85F05-72C8-49CD-A549-2774B4310B63}" dt="2025-11-19T17:10:02.657" v="5173" actId="14734"/>
          <ac:graphicFrameMkLst>
            <pc:docMk/>
            <pc:sldMk cId="278792000" sldId="290"/>
            <ac:graphicFrameMk id="47" creationId="{CBCFDC86-9D1F-A70E-12CF-7003A15B2ACA}"/>
          </ac:graphicFrameMkLst>
        </pc:graphicFrameChg>
      </pc:sldChg>
      <pc:sldChg chg="addSp delSp modSp add mod ord">
        <pc:chgData name="Udaya Singireddy" userId="753d881ab7ea5a73" providerId="LiveId" clId="{57E85F05-72C8-49CD-A549-2774B4310B63}" dt="2025-11-19T17:11:20.952" v="5175" actId="14734"/>
        <pc:sldMkLst>
          <pc:docMk/>
          <pc:sldMk cId="1494753530" sldId="291"/>
        </pc:sldMkLst>
        <pc:graphicFrameChg chg="add mod modGraphic">
          <ac:chgData name="Udaya Singireddy" userId="753d881ab7ea5a73" providerId="LiveId" clId="{57E85F05-72C8-49CD-A549-2774B4310B63}" dt="2025-11-19T15:00:59.197" v="4621" actId="20577"/>
          <ac:graphicFrameMkLst>
            <pc:docMk/>
            <pc:sldMk cId="1494753530" sldId="291"/>
            <ac:graphicFrameMk id="2" creationId="{7F48F9BD-D970-3618-46C2-D4B2B76CBD7B}"/>
          </ac:graphicFrameMkLst>
        </pc:graphicFrameChg>
        <pc:graphicFrameChg chg="add mod">
          <ac:chgData name="Udaya Singireddy" userId="753d881ab7ea5a73" providerId="LiveId" clId="{57E85F05-72C8-49CD-A549-2774B4310B63}" dt="2025-11-19T17:01:52.699" v="5110"/>
          <ac:graphicFrameMkLst>
            <pc:docMk/>
            <pc:sldMk cId="1494753530" sldId="291"/>
            <ac:graphicFrameMk id="7" creationId="{BB28B59F-1EE0-C4B5-61C8-BD190A89399E}"/>
          </ac:graphicFrameMkLst>
        </pc:graphicFrameChg>
        <pc:graphicFrameChg chg="add mod">
          <ac:chgData name="Udaya Singireddy" userId="753d881ab7ea5a73" providerId="LiveId" clId="{57E85F05-72C8-49CD-A549-2774B4310B63}" dt="2025-11-19T17:01:52.699" v="5110"/>
          <ac:graphicFrameMkLst>
            <pc:docMk/>
            <pc:sldMk cId="1494753530" sldId="291"/>
            <ac:graphicFrameMk id="8" creationId="{7B26FD42-F518-B900-7B06-2628A53D08A0}"/>
          </ac:graphicFrameMkLst>
        </pc:graphicFrameChg>
        <pc:graphicFrameChg chg="add mod">
          <ac:chgData name="Udaya Singireddy" userId="753d881ab7ea5a73" providerId="LiveId" clId="{57E85F05-72C8-49CD-A549-2774B4310B63}" dt="2025-11-19T17:01:52.699" v="5110"/>
          <ac:graphicFrameMkLst>
            <pc:docMk/>
            <pc:sldMk cId="1494753530" sldId="291"/>
            <ac:graphicFrameMk id="9" creationId="{560119E3-B505-B321-B333-E994BA8F5820}"/>
          </ac:graphicFrameMkLst>
        </pc:graphicFrameChg>
        <pc:graphicFrameChg chg="add mod">
          <ac:chgData name="Udaya Singireddy" userId="753d881ab7ea5a73" providerId="LiveId" clId="{57E85F05-72C8-49CD-A549-2774B4310B63}" dt="2025-11-19T17:02:15.394" v="5112" actId="1076"/>
          <ac:graphicFrameMkLst>
            <pc:docMk/>
            <pc:sldMk cId="1494753530" sldId="291"/>
            <ac:graphicFrameMk id="10" creationId="{28895F6C-2031-7BE4-921F-40BF603761D0}"/>
          </ac:graphicFrameMkLst>
        </pc:graphicFrameChg>
        <pc:graphicFrameChg chg="del">
          <ac:chgData name="Udaya Singireddy" userId="753d881ab7ea5a73" providerId="LiveId" clId="{57E85F05-72C8-49CD-A549-2774B4310B63}" dt="2025-11-19T17:08:45.642" v="5167" actId="478"/>
          <ac:graphicFrameMkLst>
            <pc:docMk/>
            <pc:sldMk cId="1494753530" sldId="291"/>
            <ac:graphicFrameMk id="11" creationId="{AA3782AD-CBF6-A6CF-6CF7-36364C8FDD8D}"/>
          </ac:graphicFrameMkLst>
        </pc:graphicFrameChg>
        <pc:graphicFrameChg chg="del mod">
          <ac:chgData name="Udaya Singireddy" userId="753d881ab7ea5a73" providerId="LiveId" clId="{57E85F05-72C8-49CD-A549-2774B4310B63}" dt="2025-11-19T15:00:51.592" v="4619" actId="478"/>
          <ac:graphicFrameMkLst>
            <pc:docMk/>
            <pc:sldMk cId="1494753530" sldId="291"/>
            <ac:graphicFrameMk id="12" creationId="{E08231B6-05D7-BE57-5645-1AAD80A3E244}"/>
          </ac:graphicFrameMkLst>
        </pc:graphicFrameChg>
        <pc:graphicFrameChg chg="modGraphic">
          <ac:chgData name="Udaya Singireddy" userId="753d881ab7ea5a73" providerId="LiveId" clId="{57E85F05-72C8-49CD-A549-2774B4310B63}" dt="2025-11-19T17:11:20.952" v="5175" actId="14734"/>
          <ac:graphicFrameMkLst>
            <pc:docMk/>
            <pc:sldMk cId="1494753530" sldId="291"/>
            <ac:graphicFrameMk id="13" creationId="{6C65A240-7AAA-17B1-C853-502F206A08C4}"/>
          </ac:graphicFrameMkLst>
        </pc:graphicFrameChg>
        <pc:graphicFrameChg chg="add mod">
          <ac:chgData name="Udaya Singireddy" userId="753d881ab7ea5a73" providerId="LiveId" clId="{57E85F05-72C8-49CD-A549-2774B4310B63}" dt="2025-11-19T17:02:15.394" v="5112" actId="1076"/>
          <ac:graphicFrameMkLst>
            <pc:docMk/>
            <pc:sldMk cId="1494753530" sldId="291"/>
            <ac:graphicFrameMk id="14" creationId="{7B2A4296-00E7-0D25-2342-FB3104294493}"/>
          </ac:graphicFrameMkLst>
        </pc:graphicFrameChg>
        <pc:graphicFrameChg chg="add mod">
          <ac:chgData name="Udaya Singireddy" userId="753d881ab7ea5a73" providerId="LiveId" clId="{57E85F05-72C8-49CD-A549-2774B4310B63}" dt="2025-11-19T17:08:47.420" v="5168"/>
          <ac:graphicFrameMkLst>
            <pc:docMk/>
            <pc:sldMk cId="1494753530" sldId="291"/>
            <ac:graphicFrameMk id="15" creationId="{143ECA02-6389-A0C3-CB50-19584BB8AB41}"/>
          </ac:graphicFrameMkLst>
        </pc:graphicFrameChg>
        <pc:graphicFrameChg chg="add mod">
          <ac:chgData name="Udaya Singireddy" userId="753d881ab7ea5a73" providerId="LiveId" clId="{57E85F05-72C8-49CD-A549-2774B4310B63}" dt="2025-11-19T17:08:47.420" v="5168"/>
          <ac:graphicFrameMkLst>
            <pc:docMk/>
            <pc:sldMk cId="1494753530" sldId="291"/>
            <ac:graphicFrameMk id="16" creationId="{CDA94AD1-F4D5-A580-A15F-CF58BE5186FC}"/>
          </ac:graphicFrameMkLst>
        </pc:graphicFrameChg>
        <pc:graphicFrameChg chg="add mod">
          <ac:chgData name="Udaya Singireddy" userId="753d881ab7ea5a73" providerId="LiveId" clId="{57E85F05-72C8-49CD-A549-2774B4310B63}" dt="2025-11-19T17:08:58.228" v="5169"/>
          <ac:graphicFrameMkLst>
            <pc:docMk/>
            <pc:sldMk cId="1494753530" sldId="291"/>
            <ac:graphicFrameMk id="17" creationId="{B703403A-031C-0399-8FC0-907C6DF4AF61}"/>
          </ac:graphicFrameMkLst>
        </pc:graphicFrameChg>
        <pc:graphicFrameChg chg="add mod">
          <ac:chgData name="Udaya Singireddy" userId="753d881ab7ea5a73" providerId="LiveId" clId="{57E85F05-72C8-49CD-A549-2774B4310B63}" dt="2025-11-19T17:08:58.228" v="5169"/>
          <ac:graphicFrameMkLst>
            <pc:docMk/>
            <pc:sldMk cId="1494753530" sldId="291"/>
            <ac:graphicFrameMk id="18" creationId="{F75284A6-CF40-0535-395A-AE279615FCC7}"/>
          </ac:graphicFrameMkLst>
        </pc:graphicFrameChg>
        <pc:graphicFrameChg chg="del modGraphic">
          <ac:chgData name="Udaya Singireddy" userId="753d881ab7ea5a73" providerId="LiveId" clId="{57E85F05-72C8-49CD-A549-2774B4310B63}" dt="2025-11-19T17:01:51.584" v="5109" actId="478"/>
          <ac:graphicFrameMkLst>
            <pc:docMk/>
            <pc:sldMk cId="1494753530" sldId="291"/>
            <ac:graphicFrameMk id="19" creationId="{58FDC91C-7734-AB3D-74E8-F88AC7216030}"/>
          </ac:graphicFrameMkLst>
        </pc:graphicFrameChg>
        <pc:graphicFrameChg chg="add mod">
          <ac:chgData name="Udaya Singireddy" userId="753d881ab7ea5a73" providerId="LiveId" clId="{57E85F05-72C8-49CD-A549-2774B4310B63}" dt="2025-11-19T17:09:12.615" v="5170"/>
          <ac:graphicFrameMkLst>
            <pc:docMk/>
            <pc:sldMk cId="1494753530" sldId="291"/>
            <ac:graphicFrameMk id="20" creationId="{9AED5BEA-77CF-0046-17E9-4C256D668B78}"/>
          </ac:graphicFrameMkLst>
        </pc:graphicFrameChg>
        <pc:graphicFrameChg chg="mod modGraphic">
          <ac:chgData name="Udaya Singireddy" userId="753d881ab7ea5a73" providerId="LiveId" clId="{57E85F05-72C8-49CD-A549-2774B4310B63}" dt="2025-11-19T14:46:54.737" v="4477" actId="6549"/>
          <ac:graphicFrameMkLst>
            <pc:docMk/>
            <pc:sldMk cId="1494753530" sldId="291"/>
            <ac:graphicFrameMk id="27" creationId="{5189E9A8-50AC-348E-EAAB-09F2DE565FA2}"/>
          </ac:graphicFrameMkLst>
        </pc:graphicFrameChg>
        <pc:graphicFrameChg chg="mod modGraphic">
          <ac:chgData name="Udaya Singireddy" userId="753d881ab7ea5a73" providerId="LiveId" clId="{57E85F05-72C8-49CD-A549-2774B4310B63}" dt="2025-11-19T17:09:46.364" v="5171" actId="1076"/>
          <ac:graphicFrameMkLst>
            <pc:docMk/>
            <pc:sldMk cId="1494753530" sldId="291"/>
            <ac:graphicFrameMk id="28" creationId="{851C1291-FD7F-2BBD-2123-BCA43F62E0D6}"/>
          </ac:graphicFrameMkLst>
        </pc:graphicFrameChg>
      </pc:sldChg>
      <pc:sldChg chg="addSp delSp modSp add mod ord">
        <pc:chgData name="Udaya Singireddy" userId="753d881ab7ea5a73" providerId="LiveId" clId="{57E85F05-72C8-49CD-A549-2774B4310B63}" dt="2025-11-19T20:50:07.796" v="7065" actId="22"/>
        <pc:sldMkLst>
          <pc:docMk/>
          <pc:sldMk cId="216937570" sldId="292"/>
        </pc:sldMkLst>
        <pc:spChg chg="add mod">
          <ac:chgData name="Udaya Singireddy" userId="753d881ab7ea5a73" providerId="LiveId" clId="{57E85F05-72C8-49CD-A549-2774B4310B63}" dt="2025-11-16T02:28:29.639" v="4397"/>
          <ac:spMkLst>
            <pc:docMk/>
            <pc:sldMk cId="216937570" sldId="292"/>
            <ac:spMk id="2" creationId="{AD8D520F-3E71-43B5-D1F2-C19DFAAFF4B3}"/>
          </ac:spMkLst>
        </pc:spChg>
        <pc:spChg chg="mod">
          <ac:chgData name="Udaya Singireddy" userId="753d881ab7ea5a73" providerId="LiveId" clId="{57E85F05-72C8-49CD-A549-2774B4310B63}" dt="2025-11-16T02:47:11.459" v="4401" actId="20577"/>
          <ac:spMkLst>
            <pc:docMk/>
            <pc:sldMk cId="216937570" sldId="292"/>
            <ac:spMk id="8" creationId="{AF2FC21B-AF35-CEAD-68DE-4179FACE91B4}"/>
          </ac:spMkLst>
        </pc:spChg>
        <pc:picChg chg="add">
          <ac:chgData name="Udaya Singireddy" userId="753d881ab7ea5a73" providerId="LiveId" clId="{57E85F05-72C8-49CD-A549-2774B4310B63}" dt="2025-11-19T20:50:07.796" v="7065" actId="22"/>
          <ac:picMkLst>
            <pc:docMk/>
            <pc:sldMk cId="216937570" sldId="292"/>
            <ac:picMk id="4" creationId="{9D7E1379-4334-2BAE-CB4A-6378C326C15C}"/>
          </ac:picMkLst>
        </pc:picChg>
        <pc:picChg chg="add del mod">
          <ac:chgData name="Udaya Singireddy" userId="753d881ab7ea5a73" providerId="LiveId" clId="{57E85F05-72C8-49CD-A549-2774B4310B63}" dt="2025-11-19T17:21:32.803" v="5181" actId="478"/>
          <ac:picMkLst>
            <pc:docMk/>
            <pc:sldMk cId="216937570" sldId="292"/>
            <ac:picMk id="4" creationId="{C2D46F2F-8549-4BB9-89A6-6C2F9CE1998E}"/>
          </ac:picMkLst>
        </pc:picChg>
        <pc:picChg chg="add del">
          <ac:chgData name="Udaya Singireddy" userId="753d881ab7ea5a73" providerId="LiveId" clId="{57E85F05-72C8-49CD-A549-2774B4310B63}" dt="2025-11-19T17:21:30.979" v="5180" actId="478"/>
          <ac:picMkLst>
            <pc:docMk/>
            <pc:sldMk cId="216937570" sldId="292"/>
            <ac:picMk id="5" creationId="{4E22C7AB-4A5C-126A-427F-4F7066C62AD7}"/>
          </ac:picMkLst>
        </pc:picChg>
        <pc:picChg chg="add del mod">
          <ac:chgData name="Udaya Singireddy" userId="753d881ab7ea5a73" providerId="LiveId" clId="{57E85F05-72C8-49CD-A549-2774B4310B63}" dt="2025-11-19T20:50:06.935" v="7064" actId="478"/>
          <ac:picMkLst>
            <pc:docMk/>
            <pc:sldMk cId="216937570" sldId="292"/>
            <ac:picMk id="7" creationId="{9090D924-A924-5F78-E4FF-D1912742EB79}"/>
          </ac:picMkLst>
        </pc:picChg>
      </pc:sldChg>
      <pc:sldChg chg="addSp delSp modSp add mod">
        <pc:chgData name="Udaya Singireddy" userId="753d881ab7ea5a73" providerId="LiveId" clId="{57E85F05-72C8-49CD-A549-2774B4310B63}" dt="2025-11-19T20:50:36.989" v="7069" actId="14100"/>
        <pc:sldMkLst>
          <pc:docMk/>
          <pc:sldMk cId="2193500820" sldId="293"/>
        </pc:sldMkLst>
        <pc:spChg chg="mod">
          <ac:chgData name="Udaya Singireddy" userId="753d881ab7ea5a73" providerId="LiveId" clId="{57E85F05-72C8-49CD-A549-2774B4310B63}" dt="2025-11-16T02:47:23.410" v="4404"/>
          <ac:spMkLst>
            <pc:docMk/>
            <pc:sldMk cId="2193500820" sldId="293"/>
            <ac:spMk id="8" creationId="{4C3F0103-16E0-AE6B-30AC-C94E1C2ED50D}"/>
          </ac:spMkLst>
        </pc:spChg>
        <pc:spChg chg="mod">
          <ac:chgData name="Udaya Singireddy" userId="753d881ab7ea5a73" providerId="LiveId" clId="{57E85F05-72C8-49CD-A549-2774B4310B63}" dt="2025-11-16T02:50:38.859" v="4454" actId="108"/>
          <ac:spMkLst>
            <pc:docMk/>
            <pc:sldMk cId="2193500820" sldId="293"/>
            <ac:spMk id="279" creationId="{1CCEA112-F010-576B-0A94-CD28DFBEF9FF}"/>
          </ac:spMkLst>
        </pc:spChg>
        <pc:picChg chg="add del mod">
          <ac:chgData name="Udaya Singireddy" userId="753d881ab7ea5a73" providerId="LiveId" clId="{57E85F05-72C8-49CD-A549-2774B4310B63}" dt="2025-11-19T17:22:40.830" v="5186" actId="478"/>
          <ac:picMkLst>
            <pc:docMk/>
            <pc:sldMk cId="2193500820" sldId="293"/>
            <ac:picMk id="3" creationId="{5281E830-777A-B2E4-DAF7-0334D7B6E9D1}"/>
          </ac:picMkLst>
        </pc:picChg>
        <pc:picChg chg="add mod">
          <ac:chgData name="Udaya Singireddy" userId="753d881ab7ea5a73" providerId="LiveId" clId="{57E85F05-72C8-49CD-A549-2774B4310B63}" dt="2025-11-19T20:50:36.989" v="7069" actId="14100"/>
          <ac:picMkLst>
            <pc:docMk/>
            <pc:sldMk cId="2193500820" sldId="293"/>
            <ac:picMk id="3" creationId="{5D13C1CF-2AA9-1DD1-690B-CBCEC55692DD}"/>
          </ac:picMkLst>
        </pc:picChg>
        <pc:picChg chg="add del mod">
          <ac:chgData name="Udaya Singireddy" userId="753d881ab7ea5a73" providerId="LiveId" clId="{57E85F05-72C8-49CD-A549-2774B4310B63}" dt="2025-11-19T20:50:30.442" v="7066" actId="478"/>
          <ac:picMkLst>
            <pc:docMk/>
            <pc:sldMk cId="2193500820" sldId="293"/>
            <ac:picMk id="4" creationId="{55859EBA-6DB0-2BF9-44CC-FB4E0487ED12}"/>
          </ac:picMkLst>
        </pc:picChg>
      </pc:sldChg>
      <pc:sldChg chg="addSp delSp modSp add del mod">
        <pc:chgData name="Udaya Singireddy" userId="753d881ab7ea5a73" providerId="LiveId" clId="{57E85F05-72C8-49CD-A549-2774B4310B63}" dt="2025-11-19T18:45:06.741" v="6353" actId="14100"/>
        <pc:sldMkLst>
          <pc:docMk/>
          <pc:sldMk cId="347322528" sldId="294"/>
        </pc:sldMkLst>
        <pc:spChg chg="add mod">
          <ac:chgData name="Udaya Singireddy" userId="753d881ab7ea5a73" providerId="LiveId" clId="{57E85F05-72C8-49CD-A549-2774B4310B63}" dt="2025-11-19T18:45:06.741" v="6353" actId="14100"/>
          <ac:spMkLst>
            <pc:docMk/>
            <pc:sldMk cId="347322528" sldId="294"/>
            <ac:spMk id="2" creationId="{F8D18CBD-F47C-F6F2-D623-615898207D59}"/>
          </ac:spMkLst>
        </pc:spChg>
        <pc:spChg chg="add del mod">
          <ac:chgData name="Udaya Singireddy" userId="753d881ab7ea5a73" providerId="LiveId" clId="{57E85F05-72C8-49CD-A549-2774B4310B63}" dt="2025-11-19T18:24:17.681" v="6176" actId="22"/>
          <ac:spMkLst>
            <pc:docMk/>
            <pc:sldMk cId="347322528" sldId="294"/>
            <ac:spMk id="5" creationId="{A414E5F9-9506-DA3C-E7A7-210A48D01170}"/>
          </ac:spMkLst>
        </pc:spChg>
        <pc:spChg chg="add del mod">
          <ac:chgData name="Udaya Singireddy" userId="753d881ab7ea5a73" providerId="LiveId" clId="{57E85F05-72C8-49CD-A549-2774B4310B63}" dt="2025-11-19T18:28:14.101" v="6200" actId="478"/>
          <ac:spMkLst>
            <pc:docMk/>
            <pc:sldMk cId="347322528" sldId="294"/>
            <ac:spMk id="6" creationId="{F80C4B3B-D0BD-1C9C-EEF4-0C08CD328D12}"/>
          </ac:spMkLst>
        </pc:spChg>
        <pc:spChg chg="mod">
          <ac:chgData name="Udaya Singireddy" userId="753d881ab7ea5a73" providerId="LiveId" clId="{57E85F05-72C8-49CD-A549-2774B4310B63}" dt="2025-11-19T18:44:19.996" v="6351" actId="20577"/>
          <ac:spMkLst>
            <pc:docMk/>
            <pc:sldMk cId="347322528" sldId="294"/>
            <ac:spMk id="8" creationId="{F846F3AB-9773-F405-1055-B1BC9354B7DF}"/>
          </ac:spMkLst>
        </pc:spChg>
        <pc:spChg chg="add del">
          <ac:chgData name="Udaya Singireddy" userId="753d881ab7ea5a73" providerId="LiveId" clId="{57E85F05-72C8-49CD-A549-2774B4310B63}" dt="2025-11-19T18:28:31.670" v="6202" actId="22"/>
          <ac:spMkLst>
            <pc:docMk/>
            <pc:sldMk cId="347322528" sldId="294"/>
            <ac:spMk id="10" creationId="{99584653-15A9-6DFC-CBA5-938D23398713}"/>
          </ac:spMkLst>
        </pc:spChg>
        <pc:spChg chg="add mod">
          <ac:chgData name="Udaya Singireddy" userId="753d881ab7ea5a73" providerId="LiveId" clId="{57E85F05-72C8-49CD-A549-2774B4310B63}" dt="2025-11-19T18:45:01.894" v="6352" actId="14100"/>
          <ac:spMkLst>
            <pc:docMk/>
            <pc:sldMk cId="347322528" sldId="294"/>
            <ac:spMk id="11" creationId="{D1A5D81F-E9F5-3840-5D8A-AE521D6F2B3F}"/>
          </ac:spMkLst>
        </pc:spChg>
        <pc:picChg chg="del">
          <ac:chgData name="Udaya Singireddy" userId="753d881ab7ea5a73" providerId="LiveId" clId="{57E85F05-72C8-49CD-A549-2774B4310B63}" dt="2025-11-19T17:42:00.355" v="5246" actId="478"/>
          <ac:picMkLst>
            <pc:docMk/>
            <pc:sldMk cId="347322528" sldId="294"/>
            <ac:picMk id="3" creationId="{1AB0F419-A71D-2466-F28C-783DAAE9DBAB}"/>
          </ac:picMkLst>
        </pc:picChg>
      </pc:sldChg>
      <pc:sldChg chg="modSp add del mod">
        <pc:chgData name="Udaya Singireddy" userId="753d881ab7ea5a73" providerId="LiveId" clId="{57E85F05-72C8-49CD-A549-2774B4310B63}" dt="2025-11-19T17:41:45.115" v="5242" actId="2696"/>
        <pc:sldMkLst>
          <pc:docMk/>
          <pc:sldMk cId="3833933697" sldId="294"/>
        </pc:sldMkLst>
        <pc:spChg chg="mod">
          <ac:chgData name="Udaya Singireddy" userId="753d881ab7ea5a73" providerId="LiveId" clId="{57E85F05-72C8-49CD-A549-2774B4310B63}" dt="2025-11-19T17:41:41.239" v="5241" actId="20577"/>
          <ac:spMkLst>
            <pc:docMk/>
            <pc:sldMk cId="3833933697" sldId="294"/>
            <ac:spMk id="5" creationId="{AE38F89F-6021-2F17-5DDC-35BBD9B6426F}"/>
          </ac:spMkLst>
        </pc:spChg>
      </pc:sldChg>
      <pc:sldChg chg="add">
        <pc:chgData name="Udaya Singireddy" userId="753d881ab7ea5a73" providerId="LiveId" clId="{57E85F05-72C8-49CD-A549-2774B4310B63}" dt="2025-11-19T19:32:23.034" v="6383" actId="2890"/>
        <pc:sldMkLst>
          <pc:docMk/>
          <pc:sldMk cId="1427025914" sldId="295"/>
        </pc:sldMkLst>
      </pc:sldChg>
      <pc:sldChg chg="addSp delSp modSp add mod">
        <pc:chgData name="Udaya Singireddy" userId="753d881ab7ea5a73" providerId="LiveId" clId="{57E85F05-72C8-49CD-A549-2774B4310B63}" dt="2025-11-19T20:09:34.055" v="7012" actId="20577"/>
        <pc:sldMkLst>
          <pc:docMk/>
          <pc:sldMk cId="3157004514" sldId="296"/>
        </pc:sldMkLst>
        <pc:spChg chg="mod">
          <ac:chgData name="Udaya Singireddy" userId="753d881ab7ea5a73" providerId="LiveId" clId="{57E85F05-72C8-49CD-A549-2774B4310B63}" dt="2025-11-19T20:02:42.011" v="6753" actId="20577"/>
          <ac:spMkLst>
            <pc:docMk/>
            <pc:sldMk cId="3157004514" sldId="296"/>
            <ac:spMk id="2" creationId="{2A4476D1-5404-5B88-B8FD-12FB6D43FAA1}"/>
          </ac:spMkLst>
        </pc:spChg>
        <pc:spChg chg="mod">
          <ac:chgData name="Udaya Singireddy" userId="753d881ab7ea5a73" providerId="LiveId" clId="{57E85F05-72C8-49CD-A549-2774B4310B63}" dt="2025-11-19T20:09:34.055" v="7012" actId="20577"/>
          <ac:spMkLst>
            <pc:docMk/>
            <pc:sldMk cId="3157004514" sldId="296"/>
            <ac:spMk id="3" creationId="{39285DC1-3D96-298D-46F7-83369E171288}"/>
          </ac:spMkLst>
        </pc:spChg>
        <pc:picChg chg="add del mod">
          <ac:chgData name="Udaya Singireddy" userId="753d881ab7ea5a73" providerId="LiveId" clId="{57E85F05-72C8-49CD-A549-2774B4310B63}" dt="2025-11-19T19:36:11.759" v="6388" actId="478"/>
          <ac:picMkLst>
            <pc:docMk/>
            <pc:sldMk cId="3157004514" sldId="296"/>
            <ac:picMk id="5" creationId="{B33BB0A1-F67A-F1D9-C382-76227CCD63EB}"/>
          </ac:picMkLst>
        </pc:picChg>
        <pc:picChg chg="add del mod">
          <ac:chgData name="Udaya Singireddy" userId="753d881ab7ea5a73" providerId="LiveId" clId="{57E85F05-72C8-49CD-A549-2774B4310B63}" dt="2025-11-19T19:43:41.739" v="6398" actId="478"/>
          <ac:picMkLst>
            <pc:docMk/>
            <pc:sldMk cId="3157004514" sldId="296"/>
            <ac:picMk id="7" creationId="{9140CFD1-9E16-3ADC-4985-0DDCA546D356}"/>
          </ac:picMkLst>
        </pc:picChg>
        <pc:picChg chg="add del mod">
          <ac:chgData name="Udaya Singireddy" userId="753d881ab7ea5a73" providerId="LiveId" clId="{57E85F05-72C8-49CD-A549-2774B4310B63}" dt="2025-11-19T19:43:43.698" v="6399" actId="478"/>
          <ac:picMkLst>
            <pc:docMk/>
            <pc:sldMk cId="3157004514" sldId="296"/>
            <ac:picMk id="9" creationId="{933C9D80-E72F-B3E0-7D2F-47B5E68154A2}"/>
          </ac:picMkLst>
        </pc:picChg>
        <pc:picChg chg="del">
          <ac:chgData name="Udaya Singireddy" userId="753d881ab7ea5a73" providerId="LiveId" clId="{57E85F05-72C8-49CD-A549-2774B4310B63}" dt="2025-11-19T19:35:38.521" v="6385" actId="478"/>
          <ac:picMkLst>
            <pc:docMk/>
            <pc:sldMk cId="3157004514" sldId="296"/>
            <ac:picMk id="11" creationId="{81F2C9FB-AD53-A5FF-D279-E8D1DB08980E}"/>
          </ac:picMkLst>
        </pc:picChg>
        <pc:picChg chg="add del mod">
          <ac:chgData name="Udaya Singireddy" userId="753d881ab7ea5a73" providerId="LiveId" clId="{57E85F05-72C8-49CD-A549-2774B4310B63}" dt="2025-11-19T20:01:32.896" v="6699" actId="478"/>
          <ac:picMkLst>
            <pc:docMk/>
            <pc:sldMk cId="3157004514" sldId="296"/>
            <ac:picMk id="12" creationId="{E23C5BB2-9C27-C913-4AF3-6F3E18EB8089}"/>
          </ac:picMkLst>
        </pc:picChg>
        <pc:picChg chg="add del mod">
          <ac:chgData name="Udaya Singireddy" userId="753d881ab7ea5a73" providerId="LiveId" clId="{57E85F05-72C8-49CD-A549-2774B4310B63}" dt="2025-11-19T20:01:25.722" v="6696" actId="478"/>
          <ac:picMkLst>
            <pc:docMk/>
            <pc:sldMk cId="3157004514" sldId="296"/>
            <ac:picMk id="14" creationId="{6AB09187-FCC5-7DE9-06BA-99E654AB9D4E}"/>
          </ac:picMkLst>
        </pc:picChg>
        <pc:picChg chg="add del mod">
          <ac:chgData name="Udaya Singireddy" userId="753d881ab7ea5a73" providerId="LiveId" clId="{57E85F05-72C8-49CD-A549-2774B4310B63}" dt="2025-11-19T20:02:05.868" v="6713" actId="478"/>
          <ac:picMkLst>
            <pc:docMk/>
            <pc:sldMk cId="3157004514" sldId="296"/>
            <ac:picMk id="16" creationId="{58370AD7-F2DD-D99A-0FBD-93206CAECD13}"/>
          </ac:picMkLst>
        </pc:picChg>
        <pc:picChg chg="add mod">
          <ac:chgData name="Udaya Singireddy" userId="753d881ab7ea5a73" providerId="LiveId" clId="{57E85F05-72C8-49CD-A549-2774B4310B63}" dt="2025-11-19T20:01:43.815" v="6701" actId="14100"/>
          <ac:picMkLst>
            <pc:docMk/>
            <pc:sldMk cId="3157004514" sldId="296"/>
            <ac:picMk id="18" creationId="{3A9A6003-1E93-CCA0-3F38-6CD5BDB21DAF}"/>
          </ac:picMkLst>
        </pc:picChg>
        <pc:picChg chg="add del">
          <ac:chgData name="Udaya Singireddy" userId="753d881ab7ea5a73" providerId="LiveId" clId="{57E85F05-72C8-49CD-A549-2774B4310B63}" dt="2025-11-19T20:06:19.519" v="6793" actId="22"/>
          <ac:picMkLst>
            <pc:docMk/>
            <pc:sldMk cId="3157004514" sldId="296"/>
            <ac:picMk id="20" creationId="{0EF13CC0-AC50-6EC2-97DA-DEF2F048DAB4}"/>
          </ac:picMkLst>
        </pc:picChg>
        <pc:picChg chg="add mod">
          <ac:chgData name="Udaya Singireddy" userId="753d881ab7ea5a73" providerId="LiveId" clId="{57E85F05-72C8-49CD-A549-2774B4310B63}" dt="2025-11-19T20:08:01.325" v="6797" actId="14100"/>
          <ac:picMkLst>
            <pc:docMk/>
            <pc:sldMk cId="3157004514" sldId="296"/>
            <ac:picMk id="22" creationId="{F500BF56-7DEC-A568-6078-7DA21E4EB357}"/>
          </ac:picMkLst>
        </pc:picChg>
      </pc:sldChg>
      <pc:sldChg chg="modSp add mod ord">
        <pc:chgData name="Udaya Singireddy" userId="753d881ab7ea5a73" providerId="LiveId" clId="{57E85F05-72C8-49CD-A549-2774B4310B63}" dt="2025-11-19T20:16:34.513" v="7019" actId="14100"/>
        <pc:sldMkLst>
          <pc:docMk/>
          <pc:sldMk cId="1052380281" sldId="297"/>
        </pc:sldMkLst>
        <pc:spChg chg="mod">
          <ac:chgData name="Udaya Singireddy" userId="753d881ab7ea5a73" providerId="LiveId" clId="{57E85F05-72C8-49CD-A549-2774B4310B63}" dt="2025-11-19T20:16:24.895" v="7018" actId="20577"/>
          <ac:spMkLst>
            <pc:docMk/>
            <pc:sldMk cId="1052380281" sldId="297"/>
            <ac:spMk id="2" creationId="{47AFFCE2-85B5-BF71-4820-16B2BBC7F383}"/>
          </ac:spMkLst>
        </pc:spChg>
        <pc:spChg chg="mod">
          <ac:chgData name="Udaya Singireddy" userId="753d881ab7ea5a73" providerId="LiveId" clId="{57E85F05-72C8-49CD-A549-2774B4310B63}" dt="2025-11-19T20:03:21.690" v="6791" actId="20577"/>
          <ac:spMkLst>
            <pc:docMk/>
            <pc:sldMk cId="1052380281" sldId="297"/>
            <ac:spMk id="3" creationId="{E20C6418-AB03-5151-1CA3-93467C506DD6}"/>
          </ac:spMkLst>
        </pc:spChg>
        <pc:picChg chg="mod">
          <ac:chgData name="Udaya Singireddy" userId="753d881ab7ea5a73" providerId="LiveId" clId="{57E85F05-72C8-49CD-A549-2774B4310B63}" dt="2025-11-19T20:16:34.513" v="7019" actId="14100"/>
          <ac:picMkLst>
            <pc:docMk/>
            <pc:sldMk cId="1052380281" sldId="297"/>
            <ac:picMk id="12" creationId="{FD1333B1-1E47-6F7D-47CC-B58BCF282BF7}"/>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678426" y="889820"/>
            <a:ext cx="9989574" cy="3598606"/>
          </a:xfrm>
        </p:spPr>
        <p:txBody>
          <a:bodyPr anchor="t">
            <a:normAutofit/>
          </a:bodyPr>
          <a:lstStyle>
            <a:lvl1pPr algn="l">
              <a:defRPr sz="5400"/>
            </a:lvl1pPr>
          </a:lstStyle>
          <a:p>
            <a:r>
              <a:rPr lang="en-US" dirty="0"/>
              <a:t>Click to edit Master title style</a:t>
            </a:r>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678426"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2F3E8B1C-86EF-43CF-8304-249481088644}" type="datetimeFigureOut">
              <a:rPr lang="en-US" smtClean="0"/>
              <a:t>11/19/2025</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C3DB2ADC-AF19-4574-8C10-79B5B04FCA27}" type="slidenum">
              <a:rPr lang="en-US" smtClean="0"/>
              <a:t>‹#›</a:t>
            </a:fld>
            <a:endParaRPr lang="en-US"/>
          </a:p>
        </p:txBody>
      </p:sp>
    </p:spTree>
    <p:extLst>
      <p:ext uri="{BB962C8B-B14F-4D97-AF65-F5344CB8AC3E}">
        <p14:creationId xmlns:p14="http://schemas.microsoft.com/office/powerpoint/2010/main" val="35620403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hasCustomPrompt="1"/>
          </p:nvPr>
        </p:nvSpPr>
        <p:spPr/>
        <p:txBody>
          <a:bodyPr/>
          <a:lstStyle>
            <a:lvl1pPr>
              <a:defRPr cap="none">
                <a:latin typeface="Arial" panose="020B0604020202020204" pitchFamily="34" charset="0"/>
                <a:cs typeface="Arial" panose="020B0604020202020204" pitchFamily="34" charset="0"/>
              </a:defRPr>
            </a:lvl1pPr>
          </a:lstStyle>
          <a:p>
            <a:r>
              <a:rPr lang="en-US" dirty="0"/>
              <a:t>Click to edit master title style</a:t>
            </a:r>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2F3E8B1C-86EF-43CF-8304-249481088644}" type="datetimeFigureOut">
              <a:rPr lang="en-US" smtClean="0"/>
              <a:t>11/19/2025</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C3DB2ADC-AF19-4574-8C10-79B5B04FCA27}" type="slidenum">
              <a:rPr lang="en-US" smtClean="0"/>
              <a:t>‹#›</a:t>
            </a:fld>
            <a:endParaRPr lang="en-US"/>
          </a:p>
        </p:txBody>
      </p:sp>
    </p:spTree>
    <p:extLst>
      <p:ext uri="{BB962C8B-B14F-4D97-AF65-F5344CB8AC3E}">
        <p14:creationId xmlns:p14="http://schemas.microsoft.com/office/powerpoint/2010/main" val="40779168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dirty="0"/>
              <a:t>Click to edit Master title style</a:t>
            </a:r>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2F3E8B1C-86EF-43CF-8304-249481088644}" type="datetimeFigureOut">
              <a:rPr lang="en-US" smtClean="0"/>
              <a:t>11/19/2025</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C3DB2ADC-AF19-4574-8C10-79B5B04FCA27}" type="slidenum">
              <a:rPr lang="en-US" smtClean="0"/>
              <a:t>‹#›</a:t>
            </a:fld>
            <a:endParaRPr lang="en-US"/>
          </a:p>
        </p:txBody>
      </p:sp>
    </p:spTree>
    <p:extLst>
      <p:ext uri="{BB962C8B-B14F-4D97-AF65-F5344CB8AC3E}">
        <p14:creationId xmlns:p14="http://schemas.microsoft.com/office/powerpoint/2010/main" val="491471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22096"/>
            <a:ext cx="10691265" cy="1127930"/>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15383" y="2128684"/>
            <a:ext cx="5304417" cy="384441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72200" y="2128684"/>
            <a:ext cx="5219700" cy="384441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2F3E8B1C-86EF-43CF-8304-249481088644}" type="datetimeFigureOut">
              <a:rPr lang="en-US" smtClean="0"/>
              <a:t>11/19/2025</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C3DB2ADC-AF19-4574-8C10-79B5B04FCA27}" type="slidenum">
              <a:rPr lang="en-US" smtClean="0"/>
              <a:t>‹#›</a:t>
            </a:fld>
            <a:endParaRPr lang="en-US"/>
          </a:p>
        </p:txBody>
      </p:sp>
    </p:spTree>
    <p:extLst>
      <p:ext uri="{BB962C8B-B14F-4D97-AF65-F5344CB8AC3E}">
        <p14:creationId xmlns:p14="http://schemas.microsoft.com/office/powerpoint/2010/main" val="32437838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685887" y="929148"/>
            <a:ext cx="10640005" cy="761540"/>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15384" y="1681163"/>
            <a:ext cx="5282192"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15384" y="2505075"/>
            <a:ext cx="5282192" cy="342377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72200" y="1681163"/>
            <a:ext cx="5183188"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72200" y="2505075"/>
            <a:ext cx="5183188" cy="34237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2F3E8B1C-86EF-43CF-8304-249481088644}" type="datetimeFigureOut">
              <a:rPr lang="en-US" smtClean="0"/>
              <a:t>11/19/2025</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C3DB2ADC-AF19-4574-8C10-79B5B04FCA27}" type="slidenum">
              <a:rPr lang="en-US" smtClean="0"/>
              <a:t>‹#›</a:t>
            </a:fld>
            <a:endParaRPr lang="en-US"/>
          </a:p>
        </p:txBody>
      </p:sp>
    </p:spTree>
    <p:extLst>
      <p:ext uri="{BB962C8B-B14F-4D97-AF65-F5344CB8AC3E}">
        <p14:creationId xmlns:p14="http://schemas.microsoft.com/office/powerpoint/2010/main" val="32413581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2F3E8B1C-86EF-43CF-8304-249481088644}" type="datetimeFigureOut">
              <a:rPr lang="en-US" smtClean="0"/>
              <a:t>11/19/2025</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C3DB2ADC-AF19-4574-8C10-79B5B04FCA27}" type="slidenum">
              <a:rPr lang="en-US" smtClean="0"/>
              <a:t>‹#›</a:t>
            </a:fld>
            <a:endParaRPr lang="en-US"/>
          </a:p>
        </p:txBody>
      </p:sp>
    </p:spTree>
    <p:extLst>
      <p:ext uri="{BB962C8B-B14F-4D97-AF65-F5344CB8AC3E}">
        <p14:creationId xmlns:p14="http://schemas.microsoft.com/office/powerpoint/2010/main" val="30355460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2F3E8B1C-86EF-43CF-8304-249481088644}" type="datetimeFigureOut">
              <a:rPr lang="en-US" smtClean="0"/>
              <a:t>11/19/2025</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C3DB2ADC-AF19-4574-8C10-79B5B04FCA27}" type="slidenum">
              <a:rPr lang="en-US" smtClean="0"/>
              <a:t>‹#›</a:t>
            </a:fld>
            <a:endParaRPr lang="en-US"/>
          </a:p>
        </p:txBody>
      </p:sp>
    </p:spTree>
    <p:extLst>
      <p:ext uri="{BB962C8B-B14F-4D97-AF65-F5344CB8AC3E}">
        <p14:creationId xmlns:p14="http://schemas.microsoft.com/office/powerpoint/2010/main" val="24259653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678426" y="781665"/>
            <a:ext cx="4093599" cy="1223452"/>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688258" y="2315497"/>
            <a:ext cx="4093599" cy="355349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2F3E8B1C-86EF-43CF-8304-249481088644}" type="datetimeFigureOut">
              <a:rPr lang="en-US" smtClean="0"/>
              <a:t>11/19/2025</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C3DB2ADC-AF19-4574-8C10-79B5B04FCA27}" type="slidenum">
              <a:rPr lang="en-US" smtClean="0"/>
              <a:t>‹#›</a:t>
            </a:fld>
            <a:endParaRPr lang="en-US"/>
          </a:p>
        </p:txBody>
      </p:sp>
    </p:spTree>
    <p:extLst>
      <p:ext uri="{BB962C8B-B14F-4D97-AF65-F5344CB8AC3E}">
        <p14:creationId xmlns:p14="http://schemas.microsoft.com/office/powerpoint/2010/main" val="41997718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683342" y="1066800"/>
            <a:ext cx="4103431" cy="1317523"/>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683342"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2F3E8B1C-86EF-43CF-8304-249481088644}" type="datetimeFigureOut">
              <a:rPr lang="en-US" smtClean="0"/>
              <a:t>11/19/2025</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C3DB2ADC-AF19-4574-8C10-79B5B04FCA27}" type="slidenum">
              <a:rPr lang="en-US" smtClean="0"/>
              <a:t>‹#›</a:t>
            </a:fld>
            <a:endParaRPr lang="en-US"/>
          </a:p>
        </p:txBody>
      </p:sp>
    </p:spTree>
    <p:extLst>
      <p:ext uri="{BB962C8B-B14F-4D97-AF65-F5344CB8AC3E}">
        <p14:creationId xmlns:p14="http://schemas.microsoft.com/office/powerpoint/2010/main" val="34920162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2F3E8B1C-86EF-43CF-8304-249481088644}" type="datetimeFigureOut">
              <a:rPr lang="en-US" smtClean="0"/>
              <a:t>11/19/2025</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C3DB2ADC-AF19-4574-8C10-79B5B04FCA27}" type="slidenum">
              <a:rPr lang="en-US" smtClean="0"/>
              <a:t>‹#›</a:t>
            </a:fld>
            <a:endParaRPr lang="en-US"/>
          </a:p>
        </p:txBody>
      </p:sp>
    </p:spTree>
    <p:extLst>
      <p:ext uri="{BB962C8B-B14F-4D97-AF65-F5344CB8AC3E}">
        <p14:creationId xmlns:p14="http://schemas.microsoft.com/office/powerpoint/2010/main" val="6125999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838200" y="997973"/>
            <a:ext cx="8404122" cy="4984956"/>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2F3E8B1C-86EF-43CF-8304-249481088644}" type="datetimeFigureOut">
              <a:rPr lang="en-US" smtClean="0"/>
              <a:t>11/19/2025</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C3DB2ADC-AF19-4574-8C10-79B5B04FCA27}" type="slidenum">
              <a:rPr lang="en-US" smtClean="0"/>
              <a:t>‹#›</a:t>
            </a:fld>
            <a:endParaRPr lang="en-US"/>
          </a:p>
        </p:txBody>
      </p:sp>
    </p:spTree>
    <p:extLst>
      <p:ext uri="{BB962C8B-B14F-4D97-AF65-F5344CB8AC3E}">
        <p14:creationId xmlns:p14="http://schemas.microsoft.com/office/powerpoint/2010/main" val="18700516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1017346"/>
            <a:ext cx="10691265" cy="137103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388376"/>
            <a:ext cx="10691265" cy="363608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92594" cy="365125"/>
          </a:xfrm>
          <a:prstGeom prst="rect">
            <a:avLst/>
          </a:prstGeom>
        </p:spPr>
        <p:txBody>
          <a:bodyPr vert="horz" lIns="91440" tIns="45720" rIns="91440" bIns="45720" rtlCol="0" anchor="ctr"/>
          <a:lstStyle>
            <a:lvl1pPr algn="r">
              <a:defRPr sz="1050">
                <a:solidFill>
                  <a:schemeClr val="tx1"/>
                </a:solidFill>
                <a:latin typeface="+mj-lt"/>
              </a:defRPr>
            </a:lvl1pPr>
          </a:lstStyle>
          <a:p>
            <a:fld id="{2F3E8B1C-86EF-43CF-8304-249481088644}" type="datetimeFigureOut">
              <a:rPr lang="en-US" smtClean="0"/>
              <a:pPr/>
              <a:t>11/19/2025</a:t>
            </a:fld>
            <a:endParaRPr lang="en-US" dirty="0"/>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15383"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C3DB2ADC-AF19-4574-8C10-79B5B04FCA27}" type="slidenum">
              <a:rPr lang="en-US" smtClean="0"/>
              <a:pPr/>
              <a:t>‹#›</a:t>
            </a:fld>
            <a:endParaRPr lang="en-US" dirty="0"/>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93345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9172590"/>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62" r:id="rId5"/>
    <p:sldLayoutId id="2147483667" r:id="rId6"/>
    <p:sldLayoutId id="2147483663" r:id="rId7"/>
    <p:sldLayoutId id="2147483664" r:id="rId8"/>
    <p:sldLayoutId id="2147483665" r:id="rId9"/>
    <p:sldLayoutId id="2147483666" r:id="rId10"/>
    <p:sldLayoutId id="2147483668" r:id="rId11"/>
  </p:sldLayoutIdLst>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75ED239-DA3B-4878-9943-45F6F6A030B9}"/>
              </a:ext>
            </a:extLst>
          </p:cNvPr>
          <p:cNvSpPr>
            <a:spLocks noGrp="1"/>
          </p:cNvSpPr>
          <p:nvPr>
            <p:ph type="ctrTitle"/>
          </p:nvPr>
        </p:nvSpPr>
        <p:spPr>
          <a:xfrm>
            <a:off x="647699" y="871758"/>
            <a:ext cx="5227171" cy="3871143"/>
          </a:xfrm>
        </p:spPr>
        <p:txBody>
          <a:bodyPr>
            <a:normAutofit/>
          </a:bodyPr>
          <a:lstStyle/>
          <a:p>
            <a:r>
              <a:rPr lang="en-US" b="1" dirty="0"/>
              <a:t>Powell EBOOK Store</a:t>
            </a:r>
            <a:br>
              <a:rPr lang="en-US" b="1" dirty="0"/>
            </a:br>
            <a:r>
              <a:rPr lang="en-US" b="1" dirty="0"/>
              <a:t>Data Analysis</a:t>
            </a:r>
            <a:br>
              <a:rPr lang="en-US" b="1" dirty="0"/>
            </a:br>
            <a:r>
              <a:rPr lang="en-US" b="1" dirty="0"/>
              <a:t>(Apr 2024)</a:t>
            </a:r>
            <a:endParaRPr lang="en-US" dirty="0"/>
          </a:p>
        </p:txBody>
      </p:sp>
      <p:cxnSp>
        <p:nvCxnSpPr>
          <p:cNvPr id="10" name="Straight Connector 9">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49149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7CC41EB-2D81-4303-9171-6401B388BA3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34100"/>
            <a:ext cx="49149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Picture 2" descr="Chart&#10;&#10;Description automatically generated">
            <a:extLst>
              <a:ext uri="{FF2B5EF4-FFF2-40B4-BE49-F238E27FC236}">
                <a16:creationId xmlns:a16="http://schemas.microsoft.com/office/drawing/2014/main" id="{A3B7584E-2030-43FF-A8F6-663CFF421A30}"/>
              </a:ext>
            </a:extLst>
          </p:cNvPr>
          <p:cNvPicPr>
            <a:picLocks noChangeAspect="1"/>
          </p:cNvPicPr>
          <p:nvPr/>
        </p:nvPicPr>
        <p:blipFill rotWithShape="1">
          <a:blip r:embed="rId2"/>
          <a:srcRect l="27999" r="14677"/>
          <a:stretch/>
        </p:blipFill>
        <p:spPr>
          <a:xfrm>
            <a:off x="6515100" y="10"/>
            <a:ext cx="5676900" cy="6857990"/>
          </a:xfrm>
          <a:prstGeom prst="rect">
            <a:avLst/>
          </a:prstGeom>
        </p:spPr>
      </p:pic>
    </p:spTree>
    <p:extLst>
      <p:ext uri="{BB962C8B-B14F-4D97-AF65-F5344CB8AC3E}">
        <p14:creationId xmlns:p14="http://schemas.microsoft.com/office/powerpoint/2010/main" val="20281599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D0246690-BD0B-4937-85D5-765DA01D79D7}"/>
              </a:ext>
            </a:extLst>
          </p:cNvPr>
          <p:cNvSpPr>
            <a:spLocks noGrp="1"/>
          </p:cNvSpPr>
          <p:nvPr>
            <p:ph type="title"/>
          </p:nvPr>
        </p:nvSpPr>
        <p:spPr>
          <a:xfrm>
            <a:off x="716280" y="286603"/>
            <a:ext cx="10058400" cy="627797"/>
          </a:xfrm>
        </p:spPr>
        <p:txBody>
          <a:bodyPr>
            <a:normAutofit fontScale="90000"/>
          </a:bodyPr>
          <a:lstStyle/>
          <a:p>
            <a:r>
              <a:rPr lang="en-US" b="1" dirty="0">
                <a:latin typeface="Arial" panose="020B0604020202020204" pitchFamily="34" charset="0"/>
                <a:cs typeface="Arial" panose="020B0604020202020204" pitchFamily="34" charset="0"/>
              </a:rPr>
              <a:t>Content</a:t>
            </a:r>
          </a:p>
        </p:txBody>
      </p:sp>
      <p:sp>
        <p:nvSpPr>
          <p:cNvPr id="6" name="Content Placeholder 2">
            <a:extLst>
              <a:ext uri="{FF2B5EF4-FFF2-40B4-BE49-F238E27FC236}">
                <a16:creationId xmlns:a16="http://schemas.microsoft.com/office/drawing/2014/main" id="{F80DC130-A377-4343-A5C4-45F1701A3ED1}"/>
              </a:ext>
            </a:extLst>
          </p:cNvPr>
          <p:cNvSpPr txBox="1">
            <a:spLocks/>
          </p:cNvSpPr>
          <p:nvPr/>
        </p:nvSpPr>
        <p:spPr>
          <a:xfrm>
            <a:off x="839584" y="1028552"/>
            <a:ext cx="10557111" cy="4905524"/>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1600" b="1" dirty="0">
                <a:latin typeface="Arial" panose="020B0604020202020204" pitchFamily="34" charset="0"/>
                <a:cs typeface="Arial" panose="020B0604020202020204" pitchFamily="34" charset="0"/>
              </a:rPr>
              <a:t>Business Case </a:t>
            </a:r>
            <a:r>
              <a:rPr lang="en-US" sz="1600" dirty="0">
                <a:latin typeface="Arial" panose="020B0604020202020204" pitchFamily="34" charset="0"/>
                <a:cs typeface="Arial" panose="020B0604020202020204" pitchFamily="34" charset="0"/>
              </a:rPr>
              <a:t>–  To identify the top features impacting the Powell’s eBook stores, Customers average monthly spendings and Customers likelihood to subscribe to the eBook service. Also, develop a regression model to estimate each customer's average monthly spending and build a classification model to identify customers likely to subscribe to the eBook service.</a:t>
            </a:r>
          </a:p>
          <a:p>
            <a:pPr algn="just"/>
            <a:r>
              <a:rPr lang="en-US" sz="1600" b="1" dirty="0">
                <a:latin typeface="Arial" panose="020B0604020202020204" pitchFamily="34" charset="0"/>
                <a:cs typeface="Arial" panose="020B0604020202020204" pitchFamily="34" charset="0"/>
              </a:rPr>
              <a:t>Data Collection </a:t>
            </a:r>
            <a:r>
              <a:rPr lang="en-US" sz="1600" dirty="0">
                <a:latin typeface="Arial" panose="020B0604020202020204" pitchFamily="34" charset="0"/>
                <a:cs typeface="Arial" panose="020B0604020202020204" pitchFamily="34" charset="0"/>
              </a:rPr>
              <a:t>–obtained as a URL website, Powells eBook stores April 2024 data, </a:t>
            </a:r>
          </a:p>
          <a:p>
            <a:pPr algn="just"/>
            <a:r>
              <a:rPr lang="en-US" sz="1600" b="1" dirty="0">
                <a:latin typeface="Arial" panose="020B0604020202020204" pitchFamily="34" charset="0"/>
                <a:cs typeface="Arial" panose="020B0604020202020204" pitchFamily="34" charset="0"/>
              </a:rPr>
              <a:t>Data Preparation </a:t>
            </a:r>
            <a:r>
              <a:rPr lang="en-US" sz="1600" dirty="0">
                <a:latin typeface="Arial" panose="020B0604020202020204" pitchFamily="34" charset="0"/>
                <a:cs typeface="Arial" panose="020B0604020202020204" pitchFamily="34" charset="0"/>
              </a:rPr>
              <a:t>– Qualitative and quantitative data preparation techniques were used to find the predictor variables.</a:t>
            </a:r>
          </a:p>
          <a:p>
            <a:pPr algn="just"/>
            <a:r>
              <a:rPr lang="en-US" sz="1600" b="1" dirty="0">
                <a:latin typeface="Arial" panose="020B0604020202020204" pitchFamily="34" charset="0"/>
                <a:cs typeface="Arial" panose="020B0604020202020204" pitchFamily="34" charset="0"/>
              </a:rPr>
              <a:t>Data Visualization </a:t>
            </a:r>
            <a:r>
              <a:rPr lang="en-US" sz="1600" dirty="0">
                <a:latin typeface="Arial" panose="020B0604020202020204" pitchFamily="34" charset="0"/>
                <a:cs typeface="Arial" panose="020B0604020202020204" pitchFamily="34" charset="0"/>
              </a:rPr>
              <a:t>– Visualized data using Tableau and python packages.</a:t>
            </a:r>
          </a:p>
          <a:p>
            <a:pPr algn="just"/>
            <a:r>
              <a:rPr lang="en-US" sz="1600" b="1" dirty="0">
                <a:latin typeface="Arial" panose="020B0604020202020204" pitchFamily="34" charset="0"/>
                <a:cs typeface="Arial" panose="020B0604020202020204" pitchFamily="34" charset="0"/>
              </a:rPr>
              <a:t>Exploratory Data Analytics – </a:t>
            </a:r>
            <a:r>
              <a:rPr lang="en-US" sz="1600" dirty="0">
                <a:latin typeface="Arial" panose="020B0604020202020204" pitchFamily="34" charset="0"/>
                <a:cs typeface="Arial" panose="020B0604020202020204" pitchFamily="34" charset="0"/>
              </a:rPr>
              <a:t>Performed seg</a:t>
            </a:r>
            <a:r>
              <a:rPr lang="en-US" sz="1600" dirty="0">
                <a:latin typeface="Arial" panose="020B0604020202020204" pitchFamily="34" charset="0"/>
                <a:cs typeface="Arial" panose="020B0604020202020204" pitchFamily="34" charset="0"/>
                <a:sym typeface="Calibri"/>
              </a:rPr>
              <a:t>regation of </a:t>
            </a:r>
            <a:r>
              <a:rPr lang="en-US" sz="1600" dirty="0">
                <a:solidFill>
                  <a:schemeClr val="dk1"/>
                </a:solidFill>
                <a:latin typeface="Arial" panose="020B0604020202020204" pitchFamily="34" charset="0"/>
                <a:ea typeface="Calibri"/>
                <a:cs typeface="Arial" panose="020B0604020202020204" pitchFamily="34" charset="0"/>
                <a:sym typeface="Calibri"/>
              </a:rPr>
              <a:t>features and d</a:t>
            </a:r>
            <a:r>
              <a:rPr lang="en-US" sz="1600" dirty="0">
                <a:latin typeface="Arial" panose="020B0604020202020204" pitchFamily="34" charset="0"/>
                <a:cs typeface="Arial" panose="020B0604020202020204" pitchFamily="34" charset="0"/>
              </a:rPr>
              <a:t>etermined the features that most impact the Customers average monthly spending and likelihood to subscribe to eBook service. </a:t>
            </a:r>
          </a:p>
          <a:p>
            <a:pPr marL="228600" lvl="1" algn="just">
              <a:spcBef>
                <a:spcPts val="1000"/>
              </a:spcBef>
            </a:pPr>
            <a:r>
              <a:rPr lang="en-US" sz="1600" b="1" dirty="0">
                <a:latin typeface="Arial" panose="020B0604020202020204" pitchFamily="34" charset="0"/>
                <a:cs typeface="Arial" panose="020B0604020202020204" pitchFamily="34" charset="0"/>
              </a:rPr>
              <a:t>Predictive Analysis with Machine Learning  </a:t>
            </a:r>
            <a:r>
              <a:rPr lang="en-US" sz="1600" dirty="0">
                <a:latin typeface="Arial" panose="020B0604020202020204" pitchFamily="34" charset="0"/>
                <a:cs typeface="Arial" panose="020B0604020202020204" pitchFamily="34" charset="0"/>
              </a:rPr>
              <a:t>–  Performed machine learning to train and predicted customers average monthly spending and likelihood of subscribing to eBook service using python packages.</a:t>
            </a:r>
          </a:p>
        </p:txBody>
      </p:sp>
    </p:spTree>
    <p:extLst>
      <p:ext uri="{BB962C8B-B14F-4D97-AF65-F5344CB8AC3E}">
        <p14:creationId xmlns:p14="http://schemas.microsoft.com/office/powerpoint/2010/main" val="20786576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7BFC115E-6BE5-4108-B6B2-C3250787B1C1}"/>
              </a:ext>
            </a:extLst>
          </p:cNvPr>
          <p:cNvSpPr>
            <a:spLocks noGrp="1"/>
          </p:cNvSpPr>
          <p:nvPr>
            <p:ph type="title"/>
          </p:nvPr>
        </p:nvSpPr>
        <p:spPr>
          <a:xfrm>
            <a:off x="716280" y="281840"/>
            <a:ext cx="10058400" cy="627797"/>
          </a:xfrm>
        </p:spPr>
        <p:txBody>
          <a:bodyPr>
            <a:normAutofit fontScale="90000"/>
          </a:bodyPr>
          <a:lstStyle/>
          <a:p>
            <a:r>
              <a:rPr lang="en-US" b="1" dirty="0"/>
              <a:t>Data Preparation</a:t>
            </a:r>
          </a:p>
        </p:txBody>
      </p:sp>
      <p:sp>
        <p:nvSpPr>
          <p:cNvPr id="8" name="Content Placeholder 2">
            <a:extLst>
              <a:ext uri="{FF2B5EF4-FFF2-40B4-BE49-F238E27FC236}">
                <a16:creationId xmlns:a16="http://schemas.microsoft.com/office/drawing/2014/main" id="{FF22F3F9-370E-41FB-A997-0DC37F3AAE1F}"/>
              </a:ext>
            </a:extLst>
          </p:cNvPr>
          <p:cNvSpPr>
            <a:spLocks noGrp="1"/>
          </p:cNvSpPr>
          <p:nvPr>
            <p:ph idx="1"/>
          </p:nvPr>
        </p:nvSpPr>
        <p:spPr>
          <a:xfrm>
            <a:off x="838200" y="1044020"/>
            <a:ext cx="10515600" cy="5142771"/>
          </a:xfrm>
        </p:spPr>
        <p:txBody>
          <a:bodyPr>
            <a:normAutofit fontScale="25000" lnSpcReduction="20000"/>
          </a:bodyPr>
          <a:lstStyle/>
          <a:p>
            <a:r>
              <a:rPr lang="en-US" sz="7200" b="1" dirty="0">
                <a:latin typeface="Arial" panose="020B0604020202020204" pitchFamily="34" charset="0"/>
                <a:cs typeface="Arial" panose="020B0604020202020204" pitchFamily="34" charset="0"/>
              </a:rPr>
              <a:t>Total number of records: </a:t>
            </a:r>
            <a:r>
              <a:rPr lang="en-US" sz="7200" dirty="0">
                <a:latin typeface="Arial" panose="020B0604020202020204" pitchFamily="34" charset="0"/>
                <a:cs typeface="Arial" panose="020B0604020202020204" pitchFamily="34" charset="0"/>
              </a:rPr>
              <a:t>16519</a:t>
            </a:r>
          </a:p>
          <a:p>
            <a:r>
              <a:rPr lang="en-US" sz="7200" dirty="0">
                <a:latin typeface="Arial" panose="020B0604020202020204" pitchFamily="34" charset="0"/>
                <a:cs typeface="Arial" panose="020B0604020202020204" pitchFamily="34" charset="0"/>
              </a:rPr>
              <a:t> </a:t>
            </a:r>
            <a:r>
              <a:rPr lang="en-US" sz="7200" b="1" dirty="0">
                <a:latin typeface="Arial" panose="020B0604020202020204" pitchFamily="34" charset="0"/>
                <a:cs typeface="Arial" panose="020B0604020202020204" pitchFamily="34" charset="0"/>
              </a:rPr>
              <a:t>No duplicate values found</a:t>
            </a:r>
            <a:endParaRPr lang="en-US" sz="7200" dirty="0">
              <a:latin typeface="Arial" panose="020B0604020202020204" pitchFamily="34" charset="0"/>
              <a:cs typeface="Arial" panose="020B0604020202020204" pitchFamily="34" charset="0"/>
            </a:endParaRPr>
          </a:p>
          <a:p>
            <a:r>
              <a:rPr lang="en-US" sz="7200" b="1" dirty="0">
                <a:latin typeface="Arial" panose="020B0604020202020204" pitchFamily="34" charset="0"/>
                <a:cs typeface="Arial" panose="020B0604020202020204" pitchFamily="34" charset="0"/>
              </a:rPr>
              <a:t>Following Variables with missing values were found</a:t>
            </a:r>
            <a:r>
              <a:rPr lang="en-US" sz="7200" dirty="0">
                <a:latin typeface="Arial" panose="020B0604020202020204" pitchFamily="34" charset="0"/>
                <a:cs typeface="Arial" panose="020B0604020202020204" pitchFamily="34" charset="0"/>
              </a:rPr>
              <a:t>: </a:t>
            </a:r>
          </a:p>
          <a:p>
            <a:pPr lvl="1">
              <a:lnSpc>
                <a:spcPct val="100000"/>
              </a:lnSpc>
            </a:pPr>
            <a:r>
              <a:rPr lang="en-US" sz="7200" u="sng" dirty="0">
                <a:latin typeface="Arial" panose="020B0604020202020204" pitchFamily="34" charset="0"/>
                <a:cs typeface="Arial" panose="020B0604020202020204" pitchFamily="34" charset="0"/>
              </a:rPr>
              <a:t>Title</a:t>
            </a:r>
            <a:r>
              <a:rPr lang="en-US" sz="7200" dirty="0">
                <a:latin typeface="Arial" panose="020B0604020202020204" pitchFamily="34" charset="0"/>
                <a:cs typeface="Arial" panose="020B0604020202020204" pitchFamily="34" charset="0"/>
              </a:rPr>
              <a:t>: 99.46% (16431 records)</a:t>
            </a:r>
          </a:p>
          <a:p>
            <a:pPr lvl="1">
              <a:lnSpc>
                <a:spcPct val="100000"/>
              </a:lnSpc>
            </a:pPr>
            <a:r>
              <a:rPr lang="en-US" sz="7200" u="sng" dirty="0">
                <a:latin typeface="Arial" panose="020B0604020202020204" pitchFamily="34" charset="0"/>
                <a:cs typeface="Arial" panose="020B0604020202020204" pitchFamily="34" charset="0"/>
              </a:rPr>
              <a:t>Middle Name: </a:t>
            </a:r>
            <a:r>
              <a:rPr lang="en-US" sz="7200" dirty="0">
                <a:latin typeface="Arial" panose="020B0604020202020204" pitchFamily="34" charset="0"/>
                <a:cs typeface="Arial" panose="020B0604020202020204" pitchFamily="34" charset="0"/>
              </a:rPr>
              <a:t>42.2%(6985 records)</a:t>
            </a:r>
          </a:p>
          <a:p>
            <a:pPr lvl="1">
              <a:lnSpc>
                <a:spcPct val="100000"/>
              </a:lnSpc>
            </a:pPr>
            <a:r>
              <a:rPr lang="en-US" sz="7200" u="sng" dirty="0">
                <a:latin typeface="Arial" panose="020B0604020202020204" pitchFamily="34" charset="0"/>
                <a:cs typeface="Arial" panose="020B0604020202020204" pitchFamily="34" charset="0"/>
              </a:rPr>
              <a:t>Suffix</a:t>
            </a:r>
            <a:r>
              <a:rPr lang="en-US" sz="7200" dirty="0">
                <a:latin typeface="Arial" panose="020B0604020202020204" pitchFamily="34" charset="0"/>
                <a:cs typeface="Arial" panose="020B0604020202020204" pitchFamily="34" charset="0"/>
              </a:rPr>
              <a:t>: 99.98% (16517 records)</a:t>
            </a:r>
          </a:p>
          <a:p>
            <a:pPr lvl="1">
              <a:lnSpc>
                <a:spcPct val="100000"/>
              </a:lnSpc>
            </a:pPr>
            <a:r>
              <a:rPr lang="en-US" sz="7200" u="sng" dirty="0">
                <a:latin typeface="Arial" panose="020B0604020202020204" pitchFamily="34" charset="0"/>
                <a:cs typeface="Arial" panose="020B0604020202020204" pitchFamily="34" charset="0"/>
              </a:rPr>
              <a:t>Street Address2</a:t>
            </a:r>
            <a:r>
              <a:rPr lang="en-US" sz="7200" dirty="0">
                <a:latin typeface="Arial" panose="020B0604020202020204" pitchFamily="34" charset="0"/>
                <a:cs typeface="Arial" panose="020B0604020202020204" pitchFamily="34" charset="0"/>
              </a:rPr>
              <a:t>: 98.32% (16243 records)</a:t>
            </a:r>
          </a:p>
          <a:p>
            <a:pPr lvl="0">
              <a:defRPr/>
            </a:pPr>
            <a:r>
              <a:rPr lang="en-US" sz="7200" b="1" dirty="0">
                <a:solidFill>
                  <a:srgbClr val="000000"/>
                </a:solidFill>
                <a:latin typeface="Arial" panose="020B0604020202020204" pitchFamily="34" charset="0"/>
                <a:cs typeface="Arial" panose="020B0604020202020204" pitchFamily="34" charset="0"/>
              </a:rPr>
              <a:t>Missing values treatment:</a:t>
            </a:r>
          </a:p>
          <a:p>
            <a:pPr lvl="1">
              <a:defRPr/>
            </a:pPr>
            <a:r>
              <a:rPr lang="en-US" sz="7200" u="sng" dirty="0">
                <a:latin typeface="Arial" panose="020B0604020202020204" pitchFamily="34" charset="0"/>
                <a:cs typeface="Arial" panose="020B0604020202020204" pitchFamily="34" charset="0"/>
              </a:rPr>
              <a:t>Title</a:t>
            </a:r>
            <a:r>
              <a:rPr lang="en-US" sz="7200" dirty="0">
                <a:latin typeface="Arial" panose="020B0604020202020204" pitchFamily="34" charset="0"/>
                <a:cs typeface="Arial" panose="020B0604020202020204" pitchFamily="34" charset="0"/>
              </a:rPr>
              <a:t>:  99.46% (16431 records)</a:t>
            </a:r>
            <a:r>
              <a:rPr lang="en-US" sz="7200" dirty="0">
                <a:solidFill>
                  <a:srgbClr val="000000"/>
                </a:solidFill>
                <a:latin typeface="Arial" panose="020B0604020202020204" pitchFamily="34" charset="0"/>
                <a:cs typeface="Arial" panose="020B0604020202020204" pitchFamily="34" charset="0"/>
              </a:rPr>
              <a:t>: Since more than 20% data was missing, we ignored this variable.</a:t>
            </a:r>
          </a:p>
          <a:p>
            <a:pPr lvl="1">
              <a:defRPr/>
            </a:pPr>
            <a:r>
              <a:rPr lang="en-US" sz="7200" u="sng" dirty="0">
                <a:latin typeface="Arial" panose="020B0604020202020204" pitchFamily="34" charset="0"/>
                <a:cs typeface="Arial" panose="020B0604020202020204" pitchFamily="34" charset="0"/>
              </a:rPr>
              <a:t>Middle Name</a:t>
            </a:r>
            <a:r>
              <a:rPr lang="en-US" sz="7200" dirty="0">
                <a:latin typeface="Arial" panose="020B0604020202020204" pitchFamily="34" charset="0"/>
                <a:cs typeface="Arial" panose="020B0604020202020204" pitchFamily="34" charset="0"/>
              </a:rPr>
              <a:t>: 42.2%(6985 records):</a:t>
            </a:r>
            <a:r>
              <a:rPr lang="en-US" sz="7200" dirty="0">
                <a:solidFill>
                  <a:srgbClr val="000000"/>
                </a:solidFill>
                <a:latin typeface="Arial" panose="020B0604020202020204" pitchFamily="34" charset="0"/>
                <a:cs typeface="Arial" panose="020B0604020202020204" pitchFamily="34" charset="0"/>
              </a:rPr>
              <a:t>Since more than 20% data was missing, we ignored this variable.</a:t>
            </a:r>
          </a:p>
          <a:p>
            <a:pPr lvl="1">
              <a:defRPr/>
            </a:pPr>
            <a:r>
              <a:rPr lang="en-US" sz="7200" u="sng" dirty="0">
                <a:latin typeface="Arial" panose="020B0604020202020204" pitchFamily="34" charset="0"/>
                <a:cs typeface="Arial" panose="020B0604020202020204" pitchFamily="34" charset="0"/>
              </a:rPr>
              <a:t>Suffix</a:t>
            </a:r>
            <a:r>
              <a:rPr lang="en-US" sz="7200" dirty="0">
                <a:latin typeface="Arial" panose="020B0604020202020204" pitchFamily="34" charset="0"/>
                <a:cs typeface="Arial" panose="020B0604020202020204" pitchFamily="34" charset="0"/>
              </a:rPr>
              <a:t>:  99.98% (16517 records):</a:t>
            </a:r>
            <a:r>
              <a:rPr lang="en-US" sz="7200" dirty="0">
                <a:solidFill>
                  <a:srgbClr val="000000"/>
                </a:solidFill>
                <a:latin typeface="Arial" panose="020B0604020202020204" pitchFamily="34" charset="0"/>
                <a:cs typeface="Arial" panose="020B0604020202020204" pitchFamily="34" charset="0"/>
              </a:rPr>
              <a:t> Since more than 20% data was missing, we ignored this variable.</a:t>
            </a:r>
          </a:p>
          <a:p>
            <a:pPr lvl="1">
              <a:defRPr/>
            </a:pPr>
            <a:r>
              <a:rPr lang="en-US" sz="7200" u="sng" dirty="0">
                <a:latin typeface="Arial" panose="020B0604020202020204" pitchFamily="34" charset="0"/>
                <a:cs typeface="Arial" panose="020B0604020202020204" pitchFamily="34" charset="0"/>
              </a:rPr>
              <a:t>Street Address2</a:t>
            </a:r>
            <a:r>
              <a:rPr lang="en-US" sz="7200" dirty="0">
                <a:latin typeface="Arial" panose="020B0604020202020204" pitchFamily="34" charset="0"/>
                <a:cs typeface="Arial" panose="020B0604020202020204" pitchFamily="34" charset="0"/>
              </a:rPr>
              <a:t>:  98.32% (16243 records)</a:t>
            </a:r>
            <a:r>
              <a:rPr lang="en-US" sz="7200" dirty="0">
                <a:solidFill>
                  <a:srgbClr val="000000"/>
                </a:solidFill>
                <a:latin typeface="Arial" panose="020B0604020202020204" pitchFamily="34" charset="0"/>
                <a:cs typeface="Arial" panose="020B0604020202020204" pitchFamily="34" charset="0"/>
              </a:rPr>
              <a:t>: Since more than 20% data was missing, we ignored this variable.</a:t>
            </a:r>
            <a:endParaRPr lang="en-US" sz="17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382624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492ED4-092F-3E1A-9E27-CF557B846B60}"/>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510D998E-5899-E6D3-B231-84D8AE7C42DC}"/>
              </a:ext>
            </a:extLst>
          </p:cNvPr>
          <p:cNvSpPr>
            <a:spLocks noGrp="1"/>
          </p:cNvSpPr>
          <p:nvPr>
            <p:ph type="title"/>
          </p:nvPr>
        </p:nvSpPr>
        <p:spPr>
          <a:xfrm>
            <a:off x="716280" y="281840"/>
            <a:ext cx="10058400" cy="627797"/>
          </a:xfrm>
        </p:spPr>
        <p:txBody>
          <a:bodyPr>
            <a:normAutofit fontScale="90000"/>
          </a:bodyPr>
          <a:lstStyle/>
          <a:p>
            <a:r>
              <a:rPr lang="en-US" b="1" dirty="0"/>
              <a:t>Data Preparation (contd..) </a:t>
            </a:r>
          </a:p>
        </p:txBody>
      </p:sp>
      <p:sp>
        <p:nvSpPr>
          <p:cNvPr id="8" name="Content Placeholder 2">
            <a:extLst>
              <a:ext uri="{FF2B5EF4-FFF2-40B4-BE49-F238E27FC236}">
                <a16:creationId xmlns:a16="http://schemas.microsoft.com/office/drawing/2014/main" id="{23C959F8-EE7A-07D0-E8A7-38AEF07BC994}"/>
              </a:ext>
            </a:extLst>
          </p:cNvPr>
          <p:cNvSpPr>
            <a:spLocks noGrp="1"/>
          </p:cNvSpPr>
          <p:nvPr>
            <p:ph idx="1"/>
          </p:nvPr>
        </p:nvSpPr>
        <p:spPr>
          <a:xfrm>
            <a:off x="838200" y="1044020"/>
            <a:ext cx="10515600" cy="4904343"/>
          </a:xfrm>
        </p:spPr>
        <p:txBody>
          <a:bodyPr>
            <a:normAutofit/>
          </a:bodyPr>
          <a:lstStyle/>
          <a:p>
            <a:r>
              <a:rPr lang="en-US" sz="1600" b="1" dirty="0">
                <a:latin typeface="Arial" panose="020B0604020202020204" pitchFamily="34" charset="0"/>
                <a:cs typeface="Arial" panose="020B0604020202020204" pitchFamily="34" charset="0"/>
              </a:rPr>
              <a:t>Display of Missing number proportion from Python package </a:t>
            </a:r>
            <a:r>
              <a:rPr lang="en-US" sz="1600" b="1" dirty="0" err="1">
                <a:latin typeface="Arial" panose="020B0604020202020204" pitchFamily="34" charset="0"/>
                <a:cs typeface="Arial" panose="020B0604020202020204" pitchFamily="34" charset="0"/>
              </a:rPr>
              <a:t>missingno</a:t>
            </a:r>
            <a:r>
              <a:rPr lang="en-US" sz="1600" b="1" dirty="0">
                <a:latin typeface="Arial" panose="020B0604020202020204" pitchFamily="34" charset="0"/>
                <a:cs typeface="Arial" panose="020B0604020202020204" pitchFamily="34" charset="0"/>
              </a:rPr>
              <a:t>.</a:t>
            </a:r>
          </a:p>
        </p:txBody>
      </p:sp>
      <p:pic>
        <p:nvPicPr>
          <p:cNvPr id="3" name="Picture 2" descr="A close-up of a graph">
            <a:extLst>
              <a:ext uri="{FF2B5EF4-FFF2-40B4-BE49-F238E27FC236}">
                <a16:creationId xmlns:a16="http://schemas.microsoft.com/office/drawing/2014/main" id="{EF66748B-C48D-AA6A-09C6-E1FCA10811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155" y="1484671"/>
            <a:ext cx="11916698" cy="4598075"/>
          </a:xfrm>
          <a:prstGeom prst="rect">
            <a:avLst/>
          </a:prstGeom>
        </p:spPr>
      </p:pic>
    </p:spTree>
    <p:extLst>
      <p:ext uri="{BB962C8B-B14F-4D97-AF65-F5344CB8AC3E}">
        <p14:creationId xmlns:p14="http://schemas.microsoft.com/office/powerpoint/2010/main" val="34051196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AC06BF-A7E1-4D96-B04E-FD83542005CC}"/>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0237F2EF-EAB3-6B26-24E0-3A62F0717E72}"/>
              </a:ext>
            </a:extLst>
          </p:cNvPr>
          <p:cNvSpPr>
            <a:spLocks noGrp="1"/>
          </p:cNvSpPr>
          <p:nvPr>
            <p:ph type="title"/>
          </p:nvPr>
        </p:nvSpPr>
        <p:spPr>
          <a:xfrm>
            <a:off x="716280" y="281840"/>
            <a:ext cx="10058400" cy="627797"/>
          </a:xfrm>
        </p:spPr>
        <p:txBody>
          <a:bodyPr>
            <a:normAutofit fontScale="90000"/>
          </a:bodyPr>
          <a:lstStyle/>
          <a:p>
            <a:r>
              <a:rPr lang="en-US" b="1" dirty="0"/>
              <a:t>Data Preparation (contd..) </a:t>
            </a:r>
          </a:p>
        </p:txBody>
      </p:sp>
      <p:sp>
        <p:nvSpPr>
          <p:cNvPr id="8" name="Content Placeholder 2">
            <a:extLst>
              <a:ext uri="{FF2B5EF4-FFF2-40B4-BE49-F238E27FC236}">
                <a16:creationId xmlns:a16="http://schemas.microsoft.com/office/drawing/2014/main" id="{F846F3AB-9773-F405-1055-B1BC9354B7DF}"/>
              </a:ext>
            </a:extLst>
          </p:cNvPr>
          <p:cNvSpPr>
            <a:spLocks noGrp="1"/>
          </p:cNvSpPr>
          <p:nvPr>
            <p:ph idx="1"/>
          </p:nvPr>
        </p:nvSpPr>
        <p:spPr>
          <a:xfrm>
            <a:off x="838199" y="1044020"/>
            <a:ext cx="10601527" cy="4904343"/>
          </a:xfrm>
        </p:spPr>
        <p:txBody>
          <a:bodyPr>
            <a:normAutofit/>
          </a:bodyPr>
          <a:lstStyle/>
          <a:p>
            <a:r>
              <a:rPr lang="en-US" sz="1600" b="1" dirty="0">
                <a:latin typeface="Arial" panose="020B0604020202020204" pitchFamily="34" charset="0"/>
                <a:cs typeface="Arial" panose="020B0604020202020204" pitchFamily="34" charset="0"/>
              </a:rPr>
              <a:t>Feature engineering:</a:t>
            </a:r>
          </a:p>
          <a:p>
            <a:pPr marL="0" indent="0" algn="just">
              <a:buNone/>
            </a:pPr>
            <a:r>
              <a:rPr lang="en-US" sz="1600" b="1" dirty="0">
                <a:latin typeface="Arial" panose="020B0604020202020204" pitchFamily="34" charset="0"/>
                <a:cs typeface="Arial" panose="020B0604020202020204" pitchFamily="34" charset="0"/>
              </a:rPr>
              <a:t>    Variable: </a:t>
            </a:r>
            <a:r>
              <a:rPr lang="en-US" sz="1600" b="1" i="1" dirty="0"/>
              <a:t>City-</a:t>
            </a:r>
            <a:r>
              <a:rPr lang="en-US" sz="1600" b="1" i="1" dirty="0" err="1"/>
              <a:t>ZipCode</a:t>
            </a:r>
            <a:r>
              <a:rPr lang="en-US" sz="1600" b="1" i="1" dirty="0"/>
              <a:t>-State, </a:t>
            </a:r>
            <a:r>
              <a:rPr lang="en-US" sz="1600" dirty="0"/>
              <a:t>F</a:t>
            </a:r>
            <a:r>
              <a:rPr lang="en-US" sz="1600" dirty="0">
                <a:latin typeface="Arial" panose="020B0604020202020204" pitchFamily="34" charset="0"/>
                <a:cs typeface="Arial" panose="020B0604020202020204" pitchFamily="34" charset="0"/>
              </a:rPr>
              <a:t>eature splitting used, to separate a string column (City-</a:t>
            </a:r>
            <a:r>
              <a:rPr lang="en-US" sz="1600" dirty="0" err="1">
                <a:latin typeface="Arial" panose="020B0604020202020204" pitchFamily="34" charset="0"/>
                <a:cs typeface="Arial" panose="020B0604020202020204" pitchFamily="34" charset="0"/>
              </a:rPr>
              <a:t>ZipCode</a:t>
            </a:r>
            <a:r>
              <a:rPr lang="en-US" sz="1600" dirty="0">
                <a:latin typeface="Arial" panose="020B0604020202020204" pitchFamily="34" charset="0"/>
                <a:cs typeface="Arial" panose="020B0604020202020204" pitchFamily="34" charset="0"/>
              </a:rPr>
              <a:t>-State) into its    </a:t>
            </a:r>
          </a:p>
          <a:p>
            <a:pPr marL="0" indent="0" algn="just">
              <a:lnSpc>
                <a:spcPct val="100000"/>
              </a:lnSpc>
              <a:spcBef>
                <a:spcPts val="0"/>
              </a:spcBef>
              <a:buNone/>
            </a:pPr>
            <a:r>
              <a:rPr lang="en-US" sz="1600" dirty="0">
                <a:latin typeface="Arial" panose="020B0604020202020204" pitchFamily="34" charset="0"/>
                <a:cs typeface="Arial" panose="020B0604020202020204" pitchFamily="34" charset="0"/>
              </a:rPr>
              <a:t>                             individual, constituent features: City, </a:t>
            </a:r>
            <a:r>
              <a:rPr lang="en-US" sz="1600" dirty="0" err="1">
                <a:latin typeface="Arial" panose="020B0604020202020204" pitchFamily="34" charset="0"/>
                <a:cs typeface="Arial" panose="020B0604020202020204" pitchFamily="34" charset="0"/>
              </a:rPr>
              <a:t>ZipCode</a:t>
            </a:r>
            <a:r>
              <a:rPr lang="en-US" sz="1600" dirty="0">
                <a:latin typeface="Arial" panose="020B0604020202020204" pitchFamily="34" charset="0"/>
                <a:cs typeface="Arial" panose="020B0604020202020204" pitchFamily="34" charset="0"/>
              </a:rPr>
              <a:t> and State.</a:t>
            </a:r>
          </a:p>
          <a:p>
            <a:pPr marL="0" indent="0">
              <a:lnSpc>
                <a:spcPct val="100000"/>
              </a:lnSpc>
              <a:buNone/>
            </a:pPr>
            <a:r>
              <a:rPr lang="en-US" sz="1800" dirty="0">
                <a:latin typeface="Arial" panose="020B0604020202020204" pitchFamily="34" charset="0"/>
                <a:cs typeface="Arial" panose="020B0604020202020204" pitchFamily="34" charset="0"/>
              </a:rPr>
              <a:t>                  </a:t>
            </a:r>
            <a:r>
              <a:rPr lang="en-US" sz="1600" dirty="0"/>
              <a:t> </a:t>
            </a:r>
            <a:r>
              <a:rPr lang="en-US" sz="1600" dirty="0">
                <a:latin typeface="Arial" panose="020B0604020202020204" pitchFamily="34" charset="0"/>
                <a:cs typeface="Arial" panose="020B0604020202020204" pitchFamily="34" charset="0"/>
              </a:rPr>
              <a:t>      	</a:t>
            </a:r>
            <a:r>
              <a:rPr lang="en-US" sz="1400" dirty="0">
                <a:latin typeface="Arial" panose="020B0604020202020204" pitchFamily="34" charset="0"/>
                <a:cs typeface="Arial" panose="020B0604020202020204" pitchFamily="34" charset="0"/>
              </a:rPr>
              <a:t>     </a:t>
            </a:r>
          </a:p>
          <a:p>
            <a:pPr marL="0" indent="0">
              <a:lnSpc>
                <a:spcPct val="100000"/>
              </a:lnSpc>
              <a:spcBef>
                <a:spcPts val="0"/>
              </a:spcBef>
              <a:buNone/>
            </a:pPr>
            <a:r>
              <a:rPr lang="en-US" sz="1400" dirty="0">
                <a:latin typeface="Arial" panose="020B0604020202020204" pitchFamily="34" charset="0"/>
                <a:cs typeface="Arial" panose="020B0604020202020204" pitchFamily="34" charset="0"/>
              </a:rPr>
              <a:t>                          </a:t>
            </a:r>
          </a:p>
          <a:p>
            <a:pPr marL="0" indent="0">
              <a:lnSpc>
                <a:spcPct val="100000"/>
              </a:lnSpc>
              <a:spcBef>
                <a:spcPts val="0"/>
              </a:spcBef>
              <a:buNone/>
            </a:pPr>
            <a:r>
              <a:rPr lang="en-US" sz="1400" i="1" dirty="0">
                <a:latin typeface="Arial" panose="020B0604020202020204" pitchFamily="34" charset="0"/>
                <a:cs typeface="Arial" panose="020B0604020202020204" pitchFamily="34" charset="0"/>
              </a:rPr>
              <a:t>	</a:t>
            </a:r>
          </a:p>
          <a:p>
            <a:pPr marL="0" indent="0">
              <a:lnSpc>
                <a:spcPct val="100000"/>
              </a:lnSpc>
              <a:spcBef>
                <a:spcPts val="0"/>
              </a:spcBef>
              <a:buNone/>
            </a:pPr>
            <a:endParaRPr lang="en-US" sz="1600" b="1" dirty="0">
              <a:latin typeface="Arial" panose="020B0604020202020204" pitchFamily="34" charset="0"/>
              <a:cs typeface="Arial" panose="020B0604020202020204" pitchFamily="34" charset="0"/>
            </a:endParaRPr>
          </a:p>
          <a:p>
            <a:pPr marL="0" indent="0">
              <a:lnSpc>
                <a:spcPct val="100000"/>
              </a:lnSpc>
              <a:spcBef>
                <a:spcPts val="0"/>
              </a:spcBef>
              <a:buNone/>
            </a:pPr>
            <a:r>
              <a:rPr lang="en-US" sz="1600" b="1" dirty="0">
                <a:latin typeface="Arial" panose="020B0604020202020204" pitchFamily="34" charset="0"/>
                <a:cs typeface="Arial" panose="020B0604020202020204" pitchFamily="34" charset="0"/>
              </a:rPr>
              <a:t>    Variable:</a:t>
            </a:r>
            <a:r>
              <a:rPr lang="en-US" sz="1600" b="1" dirty="0">
                <a:cs typeface="Arial" panose="020B0604020202020204" pitchFamily="34" charset="0"/>
              </a:rPr>
              <a:t> </a:t>
            </a:r>
            <a:r>
              <a:rPr lang="en-US" sz="1600" b="1" i="1" dirty="0"/>
              <a:t>BirthDate</a:t>
            </a:r>
            <a:r>
              <a:rPr lang="en-US" sz="1600" dirty="0"/>
              <a:t>, </a:t>
            </a:r>
            <a:r>
              <a:rPr lang="en-US" sz="1600" dirty="0">
                <a:latin typeface="Arial" panose="020B0604020202020204" pitchFamily="34" charset="0"/>
                <a:cs typeface="Arial" panose="020B0604020202020204" pitchFamily="34" charset="0"/>
              </a:rPr>
              <a:t>Date and Time Feature Engineering used, converted string column (BirthDate) into proper    	datetime object, fixed incorrect date interpretations (like future birth years) and calculated the current Age.</a:t>
            </a:r>
          </a:p>
          <a:p>
            <a:pPr marL="0" indent="0">
              <a:lnSpc>
                <a:spcPct val="100000"/>
              </a:lnSpc>
              <a:spcBef>
                <a:spcPts val="0"/>
              </a:spcBef>
              <a:buNone/>
            </a:pPr>
            <a:endParaRPr lang="en-US" sz="1600" b="1" dirty="0">
              <a:latin typeface="Arial" panose="020B0604020202020204" pitchFamily="34" charset="0"/>
              <a:cs typeface="Arial" panose="020B0604020202020204" pitchFamily="34" charset="0"/>
            </a:endParaRPr>
          </a:p>
        </p:txBody>
      </p:sp>
      <p:sp>
        <p:nvSpPr>
          <p:cNvPr id="2" name="Rectangle 1">
            <a:extLst>
              <a:ext uri="{FF2B5EF4-FFF2-40B4-BE49-F238E27FC236}">
                <a16:creationId xmlns:a16="http://schemas.microsoft.com/office/drawing/2014/main" id="{F8D18CBD-F47C-F6F2-D623-615898207D59}"/>
              </a:ext>
            </a:extLst>
          </p:cNvPr>
          <p:cNvSpPr/>
          <p:nvPr/>
        </p:nvSpPr>
        <p:spPr>
          <a:xfrm>
            <a:off x="1567774" y="2072493"/>
            <a:ext cx="9206906" cy="876793"/>
          </a:xfrm>
          <a:prstGeom prst="rect">
            <a:avLst/>
          </a:prstGeom>
        </p:spPr>
        <p:style>
          <a:lnRef idx="2">
            <a:schemeClr val="accent1">
              <a:shade val="15000"/>
            </a:schemeClr>
          </a:lnRef>
          <a:fillRef idx="1002">
            <a:schemeClr val="lt2"/>
          </a:fillRef>
          <a:effectRef idx="0">
            <a:schemeClr val="accent1"/>
          </a:effectRef>
          <a:fontRef idx="minor">
            <a:schemeClr val="lt1"/>
          </a:fontRef>
        </p:style>
        <p:txBody>
          <a:bodyPr rtlCol="0" anchor="ctr"/>
          <a:lstStyle/>
          <a:p>
            <a:r>
              <a:rPr lang="en-US" dirty="0">
                <a:solidFill>
                  <a:schemeClr val="tx1"/>
                </a:solidFill>
              </a:rPr>
              <a:t>#Apply the string split method and return the split parts as new, separate columns.</a:t>
            </a:r>
          </a:p>
          <a:p>
            <a:r>
              <a:rPr lang="en-US" dirty="0">
                <a:solidFill>
                  <a:schemeClr val="tx1"/>
                </a:solidFill>
              </a:rPr>
              <a:t>data[['City', '</a:t>
            </a:r>
            <a:r>
              <a:rPr lang="en-US" dirty="0" err="1">
                <a:solidFill>
                  <a:schemeClr val="tx1"/>
                </a:solidFill>
              </a:rPr>
              <a:t>ZipCode</a:t>
            </a:r>
            <a:r>
              <a:rPr lang="en-US" dirty="0">
                <a:solidFill>
                  <a:schemeClr val="tx1"/>
                </a:solidFill>
              </a:rPr>
              <a:t>', 'State']]=data['City-</a:t>
            </a:r>
            <a:r>
              <a:rPr lang="en-US" dirty="0" err="1">
                <a:solidFill>
                  <a:schemeClr val="tx1"/>
                </a:solidFill>
              </a:rPr>
              <a:t>ZipCode</a:t>
            </a:r>
            <a:r>
              <a:rPr lang="en-US" dirty="0">
                <a:solidFill>
                  <a:schemeClr val="tx1"/>
                </a:solidFill>
              </a:rPr>
              <a:t>-State'].str.split('-', expand=True)</a:t>
            </a:r>
          </a:p>
        </p:txBody>
      </p:sp>
      <p:sp>
        <p:nvSpPr>
          <p:cNvPr id="11" name="Rectangle 10">
            <a:extLst>
              <a:ext uri="{FF2B5EF4-FFF2-40B4-BE49-F238E27FC236}">
                <a16:creationId xmlns:a16="http://schemas.microsoft.com/office/drawing/2014/main" id="{D1A5D81F-E9F5-3840-5D8A-AE521D6F2B3F}"/>
              </a:ext>
            </a:extLst>
          </p:cNvPr>
          <p:cNvSpPr/>
          <p:nvPr/>
        </p:nvSpPr>
        <p:spPr>
          <a:xfrm>
            <a:off x="1567774" y="3618690"/>
            <a:ext cx="9206906" cy="2464056"/>
          </a:xfrm>
          <a:prstGeom prst="rect">
            <a:avLst/>
          </a:prstGeom>
        </p:spPr>
        <p:style>
          <a:lnRef idx="2">
            <a:schemeClr val="accent1">
              <a:shade val="15000"/>
            </a:schemeClr>
          </a:lnRef>
          <a:fillRef idx="1002">
            <a:schemeClr val="lt2"/>
          </a:fillRef>
          <a:effectRef idx="0">
            <a:schemeClr val="accent1"/>
          </a:effectRef>
          <a:fontRef idx="minor">
            <a:schemeClr val="lt1"/>
          </a:fontRef>
        </p:style>
        <p:txBody>
          <a:bodyPr rtlCol="0" anchor="ctr"/>
          <a:lstStyle/>
          <a:p>
            <a:r>
              <a:rPr lang="en-US" dirty="0">
                <a:solidFill>
                  <a:schemeClr val="tx1"/>
                </a:solidFill>
              </a:rPr>
              <a:t># Convert 'Birth Date' to datetime objects </a:t>
            </a:r>
          </a:p>
          <a:p>
            <a:r>
              <a:rPr lang="en-US" dirty="0">
                <a:solidFill>
                  <a:schemeClr val="tx1"/>
                </a:solidFill>
              </a:rPr>
              <a:t>data['Birth Date'] = </a:t>
            </a:r>
            <a:r>
              <a:rPr lang="en-US" dirty="0" err="1">
                <a:solidFill>
                  <a:schemeClr val="tx1"/>
                </a:solidFill>
              </a:rPr>
              <a:t>pd.to_datetime</a:t>
            </a:r>
            <a:r>
              <a:rPr lang="en-US" dirty="0">
                <a:solidFill>
                  <a:schemeClr val="tx1"/>
                </a:solidFill>
              </a:rPr>
              <a:t>(data['Birth Date'], format='%m/%d/%y’)</a:t>
            </a:r>
          </a:p>
          <a:p>
            <a:endParaRPr lang="en-US" dirty="0">
              <a:solidFill>
                <a:schemeClr val="tx1"/>
              </a:solidFill>
            </a:endParaRPr>
          </a:p>
          <a:p>
            <a:r>
              <a:rPr lang="en-US" dirty="0">
                <a:solidFill>
                  <a:schemeClr val="tx1"/>
                </a:solidFill>
              </a:rPr>
              <a:t># If a birth year is after the current year, subtract 100 years</a:t>
            </a:r>
          </a:p>
          <a:p>
            <a:r>
              <a:rPr lang="en-US" dirty="0" err="1">
                <a:solidFill>
                  <a:schemeClr val="tx1"/>
                </a:solidFill>
              </a:rPr>
              <a:t>data.loc</a:t>
            </a:r>
            <a:r>
              <a:rPr lang="en-US" dirty="0">
                <a:solidFill>
                  <a:schemeClr val="tx1"/>
                </a:solidFill>
              </a:rPr>
              <a:t>[data['Birth Date'].</a:t>
            </a:r>
            <a:r>
              <a:rPr lang="en-US" dirty="0" err="1">
                <a:solidFill>
                  <a:schemeClr val="tx1"/>
                </a:solidFill>
              </a:rPr>
              <a:t>dt.year</a:t>
            </a:r>
            <a:r>
              <a:rPr lang="en-US" dirty="0">
                <a:solidFill>
                  <a:schemeClr val="tx1"/>
                </a:solidFill>
              </a:rPr>
              <a:t> &gt; </a:t>
            </a:r>
            <a:r>
              <a:rPr lang="en-US" dirty="0" err="1">
                <a:solidFill>
                  <a:schemeClr val="tx1"/>
                </a:solidFill>
              </a:rPr>
              <a:t>datetime.now</a:t>
            </a:r>
            <a:r>
              <a:rPr lang="en-US" dirty="0">
                <a:solidFill>
                  <a:schemeClr val="tx1"/>
                </a:solidFill>
              </a:rPr>
              <a:t>().year, 'Birth Date'] -= </a:t>
            </a:r>
            <a:r>
              <a:rPr lang="en-US" dirty="0" err="1">
                <a:solidFill>
                  <a:schemeClr val="tx1"/>
                </a:solidFill>
              </a:rPr>
              <a:t>pd.offsets.DateOffset</a:t>
            </a:r>
            <a:r>
              <a:rPr lang="en-US" dirty="0">
                <a:solidFill>
                  <a:schemeClr val="tx1"/>
                </a:solidFill>
              </a:rPr>
              <a:t>(years=100)</a:t>
            </a:r>
          </a:p>
          <a:p>
            <a:endParaRPr lang="en-US" dirty="0">
              <a:solidFill>
                <a:schemeClr val="tx1"/>
              </a:solidFill>
            </a:endParaRPr>
          </a:p>
          <a:p>
            <a:r>
              <a:rPr lang="en-US" dirty="0">
                <a:solidFill>
                  <a:schemeClr val="tx1"/>
                </a:solidFill>
              </a:rPr>
              <a:t># Calculate age </a:t>
            </a:r>
          </a:p>
          <a:p>
            <a:r>
              <a:rPr lang="en-US" dirty="0">
                <a:solidFill>
                  <a:schemeClr val="tx1"/>
                </a:solidFill>
              </a:rPr>
              <a:t>data['Age'] = </a:t>
            </a:r>
            <a:r>
              <a:rPr lang="en-US" dirty="0" err="1">
                <a:solidFill>
                  <a:schemeClr val="tx1"/>
                </a:solidFill>
              </a:rPr>
              <a:t>datetime.now</a:t>
            </a:r>
            <a:r>
              <a:rPr lang="en-US" dirty="0">
                <a:solidFill>
                  <a:schemeClr val="tx1"/>
                </a:solidFill>
              </a:rPr>
              <a:t>().year - data['Birth Date'].</a:t>
            </a:r>
            <a:r>
              <a:rPr lang="en-US" dirty="0" err="1">
                <a:solidFill>
                  <a:schemeClr val="tx1"/>
                </a:solidFill>
              </a:rPr>
              <a:t>dt.year</a:t>
            </a:r>
            <a:endParaRPr lang="en-US" dirty="0">
              <a:solidFill>
                <a:schemeClr val="tx1"/>
              </a:solidFill>
            </a:endParaRPr>
          </a:p>
        </p:txBody>
      </p:sp>
    </p:spTree>
    <p:extLst>
      <p:ext uri="{BB962C8B-B14F-4D97-AF65-F5344CB8AC3E}">
        <p14:creationId xmlns:p14="http://schemas.microsoft.com/office/powerpoint/2010/main" val="3473225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DDC553D4-6222-4317-AE3B-98879A345804}"/>
              </a:ext>
            </a:extLst>
          </p:cNvPr>
          <p:cNvSpPr>
            <a:spLocks noGrp="1"/>
          </p:cNvSpPr>
          <p:nvPr>
            <p:ph type="title"/>
          </p:nvPr>
        </p:nvSpPr>
        <p:spPr>
          <a:xfrm>
            <a:off x="716280" y="281840"/>
            <a:ext cx="10058400" cy="627797"/>
          </a:xfrm>
        </p:spPr>
        <p:txBody>
          <a:bodyPr>
            <a:normAutofit fontScale="90000"/>
          </a:bodyPr>
          <a:lstStyle/>
          <a:p>
            <a:r>
              <a:rPr lang="en-US" b="1" dirty="0"/>
              <a:t>Data Visualization</a:t>
            </a:r>
          </a:p>
        </p:txBody>
      </p:sp>
      <p:sp>
        <p:nvSpPr>
          <p:cNvPr id="6" name="Content Placeholder 2">
            <a:extLst>
              <a:ext uri="{FF2B5EF4-FFF2-40B4-BE49-F238E27FC236}">
                <a16:creationId xmlns:a16="http://schemas.microsoft.com/office/drawing/2014/main" id="{859A3D05-763C-4511-9E24-58251F12948B}"/>
              </a:ext>
            </a:extLst>
          </p:cNvPr>
          <p:cNvSpPr>
            <a:spLocks noGrp="1"/>
          </p:cNvSpPr>
          <p:nvPr>
            <p:ph idx="1"/>
          </p:nvPr>
        </p:nvSpPr>
        <p:spPr>
          <a:xfrm>
            <a:off x="716280" y="1199347"/>
            <a:ext cx="10713720" cy="834404"/>
          </a:xfrm>
        </p:spPr>
        <p:txBody>
          <a:bodyPr>
            <a:noAutofit/>
          </a:bodyPr>
          <a:lstStyle/>
          <a:p>
            <a:pPr marL="0" indent="0">
              <a:buNone/>
            </a:pPr>
            <a:r>
              <a:rPr lang="en-US" sz="1800" dirty="0">
                <a:latin typeface="Arial" panose="020B0604020202020204" pitchFamily="34" charset="0"/>
                <a:cs typeface="Arial" panose="020B0604020202020204" pitchFamily="34" charset="0"/>
              </a:rPr>
              <a:t>Data visuals are created using Tableau, </a:t>
            </a:r>
            <a:r>
              <a:rPr lang="en-US" sz="1800" dirty="0" err="1">
                <a:latin typeface="Arial" panose="020B0604020202020204" pitchFamily="34" charset="0"/>
                <a:cs typeface="Arial" panose="020B0604020202020204" pitchFamily="34" charset="0"/>
              </a:rPr>
              <a:t>AutoViz</a:t>
            </a:r>
            <a:r>
              <a:rPr lang="en-US" sz="1800" dirty="0">
                <a:latin typeface="Arial" panose="020B0604020202020204" pitchFamily="34" charset="0"/>
                <a:cs typeface="Arial" panose="020B0604020202020204" pitchFamily="34" charset="0"/>
              </a:rPr>
              <a:t>(Python package) where charts are plotted using the independent variables against the dependent variable(</a:t>
            </a:r>
            <a:r>
              <a:rPr lang="en-US" dirty="0"/>
              <a:t>Avg Monthly Spend, eBook Subscriber Flag</a:t>
            </a:r>
            <a:r>
              <a:rPr lang="en-US" sz="1800" dirty="0">
                <a:latin typeface="Arial" panose="020B0604020202020204" pitchFamily="34" charset="0"/>
                <a:cs typeface="Arial" panose="020B0604020202020204" pitchFamily="34" charset="0"/>
              </a:rPr>
              <a:t>). </a:t>
            </a:r>
          </a:p>
          <a:p>
            <a:pPr marL="0" indent="0">
              <a:buNone/>
            </a:pPr>
            <a:r>
              <a:rPr lang="en-US" sz="1800" dirty="0">
                <a:latin typeface="Arial" panose="020B0604020202020204" pitchFamily="34" charset="0"/>
                <a:cs typeface="Arial" panose="020B0604020202020204" pitchFamily="34" charset="0"/>
              </a:rPr>
              <a:t>These charts help us in getting a preliminary idea about the relationship between the independent variables and the dependent variable</a:t>
            </a:r>
            <a:r>
              <a:rPr lang="en-US" sz="1600" dirty="0">
                <a:latin typeface="Arial" panose="020B0604020202020204" pitchFamily="34" charset="0"/>
                <a:cs typeface="Arial" panose="020B0604020202020204" pitchFamily="34" charset="0"/>
              </a:rPr>
              <a:t>(</a:t>
            </a:r>
            <a:r>
              <a:rPr lang="en-US" sz="1800" dirty="0"/>
              <a:t>Avg Monthly Spend, eBook Subscriber Flag</a:t>
            </a:r>
            <a:r>
              <a:rPr lang="en-US" sz="1600" dirty="0">
                <a:latin typeface="Arial" panose="020B0604020202020204" pitchFamily="34" charset="0"/>
                <a:cs typeface="Arial" panose="020B0604020202020204" pitchFamily="34" charset="0"/>
              </a:rPr>
              <a:t>). </a:t>
            </a:r>
          </a:p>
          <a:p>
            <a:pPr marL="0" indent="0">
              <a:buNone/>
            </a:pPr>
            <a:endParaRPr lang="en-US"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935883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C2BEB8-A99B-7DCF-C220-1B29C9580604}"/>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D95E2902-F5D3-BB49-CB56-A31702DB9F3E}"/>
              </a:ext>
            </a:extLst>
          </p:cNvPr>
          <p:cNvSpPr>
            <a:spLocks noGrp="1"/>
          </p:cNvSpPr>
          <p:nvPr>
            <p:ph type="title"/>
          </p:nvPr>
        </p:nvSpPr>
        <p:spPr>
          <a:xfrm>
            <a:off x="716280" y="281840"/>
            <a:ext cx="10058400" cy="627797"/>
          </a:xfrm>
        </p:spPr>
        <p:txBody>
          <a:bodyPr>
            <a:normAutofit/>
          </a:bodyPr>
          <a:lstStyle/>
          <a:p>
            <a:r>
              <a:rPr lang="en-US" sz="3200" dirty="0"/>
              <a:t>Location Visualization </a:t>
            </a:r>
            <a:endParaRPr lang="en-US" sz="3200" b="1" dirty="0"/>
          </a:p>
        </p:txBody>
      </p:sp>
      <p:pic>
        <p:nvPicPr>
          <p:cNvPr id="12" name="Picture 11">
            <a:extLst>
              <a:ext uri="{FF2B5EF4-FFF2-40B4-BE49-F238E27FC236}">
                <a16:creationId xmlns:a16="http://schemas.microsoft.com/office/drawing/2014/main" id="{A29477C3-3988-7AEC-A7DB-B51F74A214F0}"/>
              </a:ext>
            </a:extLst>
          </p:cNvPr>
          <p:cNvPicPr>
            <a:picLocks noChangeAspect="1"/>
          </p:cNvPicPr>
          <p:nvPr/>
        </p:nvPicPr>
        <p:blipFill>
          <a:blip r:embed="rId2"/>
          <a:stretch>
            <a:fillRect/>
          </a:stretch>
        </p:blipFill>
        <p:spPr>
          <a:xfrm>
            <a:off x="716280" y="1019175"/>
            <a:ext cx="11018520" cy="4667250"/>
          </a:xfrm>
          <a:prstGeom prst="rect">
            <a:avLst/>
          </a:prstGeom>
        </p:spPr>
      </p:pic>
      <p:sp>
        <p:nvSpPr>
          <p:cNvPr id="13" name="TextBox 12">
            <a:extLst>
              <a:ext uri="{FF2B5EF4-FFF2-40B4-BE49-F238E27FC236}">
                <a16:creationId xmlns:a16="http://schemas.microsoft.com/office/drawing/2014/main" id="{149A9E3C-D96F-4315-6C44-0D4A17D3AF45}"/>
              </a:ext>
            </a:extLst>
          </p:cNvPr>
          <p:cNvSpPr txBox="1"/>
          <p:nvPr/>
        </p:nvSpPr>
        <p:spPr>
          <a:xfrm>
            <a:off x="633902" y="5686425"/>
            <a:ext cx="10637520" cy="369332"/>
          </a:xfrm>
          <a:prstGeom prst="rect">
            <a:avLst/>
          </a:prstGeom>
          <a:noFill/>
        </p:spPr>
        <p:txBody>
          <a:bodyPr wrap="square" rtlCol="0">
            <a:spAutoFit/>
          </a:bodyPr>
          <a:lstStyle/>
          <a:p>
            <a:r>
              <a:rPr lang="en-US" dirty="0"/>
              <a:t>Customers Location does not seem to affect the Avg Monthly spend or eBook Subscription.</a:t>
            </a:r>
          </a:p>
        </p:txBody>
      </p:sp>
    </p:spTree>
    <p:extLst>
      <p:ext uri="{BB962C8B-B14F-4D97-AF65-F5344CB8AC3E}">
        <p14:creationId xmlns:p14="http://schemas.microsoft.com/office/powerpoint/2010/main" val="40080568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0334C-1794-9778-64EE-55E2995D7927}"/>
              </a:ext>
            </a:extLst>
          </p:cNvPr>
          <p:cNvSpPr>
            <a:spLocks noGrp="1"/>
          </p:cNvSpPr>
          <p:nvPr>
            <p:ph type="title"/>
          </p:nvPr>
        </p:nvSpPr>
        <p:spPr>
          <a:xfrm>
            <a:off x="629516" y="235026"/>
            <a:ext cx="10689274" cy="580520"/>
          </a:xfrm>
        </p:spPr>
        <p:txBody>
          <a:bodyPr>
            <a:noAutofit/>
          </a:bodyPr>
          <a:lstStyle/>
          <a:p>
            <a:r>
              <a:rPr lang="en-US" sz="3200" dirty="0"/>
              <a:t>Demographics Visualization :Gender, Marital status, Age</a:t>
            </a:r>
          </a:p>
        </p:txBody>
      </p:sp>
      <p:sp>
        <p:nvSpPr>
          <p:cNvPr id="3" name="TextBox 2">
            <a:extLst>
              <a:ext uri="{FF2B5EF4-FFF2-40B4-BE49-F238E27FC236}">
                <a16:creationId xmlns:a16="http://schemas.microsoft.com/office/drawing/2014/main" id="{F20F7610-A7A3-0508-58CB-4D60104B2368}"/>
              </a:ext>
            </a:extLst>
          </p:cNvPr>
          <p:cNvSpPr txBox="1"/>
          <p:nvPr/>
        </p:nvSpPr>
        <p:spPr>
          <a:xfrm>
            <a:off x="629515" y="5452348"/>
            <a:ext cx="10962410" cy="923330"/>
          </a:xfrm>
          <a:prstGeom prst="rect">
            <a:avLst/>
          </a:prstGeom>
          <a:noFill/>
        </p:spPr>
        <p:txBody>
          <a:bodyPr wrap="square" rtlCol="0">
            <a:spAutoFit/>
          </a:bodyPr>
          <a:lstStyle/>
          <a:p>
            <a:pPr marL="285750" indent="-285750">
              <a:buFont typeface="Arial" panose="020B0604020202020204" pitchFamily="34" charset="0"/>
              <a:buChar char="•"/>
            </a:pPr>
            <a:r>
              <a:rPr lang="en-US" dirty="0"/>
              <a:t>Customers who are male have a higher proportion of Avg monthly spend. Customers who are single have high no. of eBook store subscriptions. More the no. of Children at home higher is the Avg monthly spent.</a:t>
            </a:r>
          </a:p>
          <a:p>
            <a:endParaRPr lang="en-US" dirty="0"/>
          </a:p>
        </p:txBody>
      </p:sp>
      <p:pic>
        <p:nvPicPr>
          <p:cNvPr id="13" name="Picture 12">
            <a:extLst>
              <a:ext uri="{FF2B5EF4-FFF2-40B4-BE49-F238E27FC236}">
                <a16:creationId xmlns:a16="http://schemas.microsoft.com/office/drawing/2014/main" id="{F33A0449-791E-E625-03DF-317CB8181E67}"/>
              </a:ext>
            </a:extLst>
          </p:cNvPr>
          <p:cNvPicPr>
            <a:picLocks noChangeAspect="1"/>
          </p:cNvPicPr>
          <p:nvPr/>
        </p:nvPicPr>
        <p:blipFill>
          <a:blip r:embed="rId2"/>
          <a:stretch>
            <a:fillRect/>
          </a:stretch>
        </p:blipFill>
        <p:spPr>
          <a:xfrm>
            <a:off x="781050" y="1009650"/>
            <a:ext cx="10689274" cy="4524376"/>
          </a:xfrm>
          <a:prstGeom prst="rect">
            <a:avLst/>
          </a:prstGeom>
        </p:spPr>
      </p:pic>
    </p:spTree>
    <p:extLst>
      <p:ext uri="{BB962C8B-B14F-4D97-AF65-F5344CB8AC3E}">
        <p14:creationId xmlns:p14="http://schemas.microsoft.com/office/powerpoint/2010/main" val="6787126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F26CDB-2296-FD9D-938B-C0CE2E1267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D6C676-2A02-FE30-7901-BB46F0DC8390}"/>
              </a:ext>
            </a:extLst>
          </p:cNvPr>
          <p:cNvSpPr>
            <a:spLocks noGrp="1"/>
          </p:cNvSpPr>
          <p:nvPr>
            <p:ph type="title"/>
          </p:nvPr>
        </p:nvSpPr>
        <p:spPr>
          <a:xfrm>
            <a:off x="629516" y="235026"/>
            <a:ext cx="10689274" cy="580520"/>
          </a:xfrm>
        </p:spPr>
        <p:txBody>
          <a:bodyPr>
            <a:noAutofit/>
          </a:bodyPr>
          <a:lstStyle/>
          <a:p>
            <a:r>
              <a:rPr lang="en-US" sz="2800" dirty="0"/>
              <a:t>Demographics Visualization : Education, Occupation </a:t>
            </a:r>
          </a:p>
        </p:txBody>
      </p:sp>
      <p:sp>
        <p:nvSpPr>
          <p:cNvPr id="3" name="TextBox 2">
            <a:extLst>
              <a:ext uri="{FF2B5EF4-FFF2-40B4-BE49-F238E27FC236}">
                <a16:creationId xmlns:a16="http://schemas.microsoft.com/office/drawing/2014/main" id="{999843EF-272D-6F38-CF59-F4270C1E28CF}"/>
              </a:ext>
            </a:extLst>
          </p:cNvPr>
          <p:cNvSpPr txBox="1"/>
          <p:nvPr/>
        </p:nvSpPr>
        <p:spPr>
          <a:xfrm>
            <a:off x="629515" y="5452348"/>
            <a:ext cx="10618573" cy="615553"/>
          </a:xfrm>
          <a:prstGeom prst="rect">
            <a:avLst/>
          </a:prstGeom>
          <a:noFill/>
        </p:spPr>
        <p:txBody>
          <a:bodyPr wrap="square" rtlCol="0">
            <a:spAutoFit/>
          </a:bodyPr>
          <a:lstStyle/>
          <a:p>
            <a:pPr marL="285750" indent="-285750">
              <a:buFont typeface="Arial" panose="020B0604020202020204" pitchFamily="34" charset="0"/>
              <a:buChar char="•"/>
            </a:pPr>
            <a:r>
              <a:rPr lang="en-US" sz="1600" dirty="0"/>
              <a:t>Customers with occupations, </a:t>
            </a:r>
            <a:r>
              <a:rPr lang="en-US" b="1" dirty="0"/>
              <a:t>Professional, Management, Skilled Manual </a:t>
            </a:r>
            <a:r>
              <a:rPr lang="en-US" sz="1600" dirty="0"/>
              <a:t>have higher Avg Monthly Spend and highest number of eBook Subscribers.</a:t>
            </a:r>
          </a:p>
        </p:txBody>
      </p:sp>
      <p:pic>
        <p:nvPicPr>
          <p:cNvPr id="8" name="Picture 7">
            <a:extLst>
              <a:ext uri="{FF2B5EF4-FFF2-40B4-BE49-F238E27FC236}">
                <a16:creationId xmlns:a16="http://schemas.microsoft.com/office/drawing/2014/main" id="{B279EB0B-7C04-389C-35B6-1EAB21294731}"/>
              </a:ext>
            </a:extLst>
          </p:cNvPr>
          <p:cNvPicPr>
            <a:picLocks noChangeAspect="1"/>
          </p:cNvPicPr>
          <p:nvPr/>
        </p:nvPicPr>
        <p:blipFill>
          <a:blip r:embed="rId2"/>
          <a:stretch>
            <a:fillRect/>
          </a:stretch>
        </p:blipFill>
        <p:spPr>
          <a:xfrm>
            <a:off x="943912" y="1038225"/>
            <a:ext cx="10533714" cy="4414124"/>
          </a:xfrm>
          <a:prstGeom prst="rect">
            <a:avLst/>
          </a:prstGeom>
        </p:spPr>
      </p:pic>
    </p:spTree>
    <p:extLst>
      <p:ext uri="{BB962C8B-B14F-4D97-AF65-F5344CB8AC3E}">
        <p14:creationId xmlns:p14="http://schemas.microsoft.com/office/powerpoint/2010/main" val="9028963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BD2F7F-B67C-8F06-5355-B1BE0E2F77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8338A8-E1DA-FFD7-1C3F-94C01F9E9280}"/>
              </a:ext>
            </a:extLst>
          </p:cNvPr>
          <p:cNvSpPr>
            <a:spLocks noGrp="1"/>
          </p:cNvSpPr>
          <p:nvPr>
            <p:ph type="title"/>
          </p:nvPr>
        </p:nvSpPr>
        <p:spPr>
          <a:xfrm>
            <a:off x="629516" y="235026"/>
            <a:ext cx="10689274" cy="580520"/>
          </a:xfrm>
        </p:spPr>
        <p:txBody>
          <a:bodyPr>
            <a:normAutofit/>
          </a:bodyPr>
          <a:lstStyle/>
          <a:p>
            <a:r>
              <a:rPr lang="en-US" sz="3200" dirty="0"/>
              <a:t>Financial, Asset Visualization</a:t>
            </a:r>
          </a:p>
        </p:txBody>
      </p:sp>
      <p:sp>
        <p:nvSpPr>
          <p:cNvPr id="3" name="TextBox 2">
            <a:extLst>
              <a:ext uri="{FF2B5EF4-FFF2-40B4-BE49-F238E27FC236}">
                <a16:creationId xmlns:a16="http://schemas.microsoft.com/office/drawing/2014/main" id="{A3B5A84C-941C-4E5F-89F4-DE3FEE5CB3E8}"/>
              </a:ext>
            </a:extLst>
          </p:cNvPr>
          <p:cNvSpPr txBox="1"/>
          <p:nvPr/>
        </p:nvSpPr>
        <p:spPr>
          <a:xfrm>
            <a:off x="664865" y="5520469"/>
            <a:ext cx="11212809" cy="646331"/>
          </a:xfrm>
          <a:prstGeom prst="rect">
            <a:avLst/>
          </a:prstGeom>
          <a:noFill/>
        </p:spPr>
        <p:txBody>
          <a:bodyPr wrap="square" rtlCol="0">
            <a:spAutoFit/>
          </a:bodyPr>
          <a:lstStyle/>
          <a:p>
            <a:pPr marL="285750" indent="-285750">
              <a:buFont typeface="Arial" panose="020B0604020202020204" pitchFamily="34" charset="0"/>
              <a:buChar char="•"/>
            </a:pPr>
            <a:r>
              <a:rPr lang="en-US" dirty="0"/>
              <a:t>Avg Monthly Spend tend to increase as Annual Income increases. Home Owners have higher Avg Monthly Spend and eBook Subscribers. As Number of cars owned increases Avg Monthly Spend increase.</a:t>
            </a:r>
          </a:p>
        </p:txBody>
      </p:sp>
      <p:pic>
        <p:nvPicPr>
          <p:cNvPr id="11" name="Picture 10">
            <a:extLst>
              <a:ext uri="{FF2B5EF4-FFF2-40B4-BE49-F238E27FC236}">
                <a16:creationId xmlns:a16="http://schemas.microsoft.com/office/drawing/2014/main" id="{B55AECCC-038E-6DDF-0731-11EB2A986BA9}"/>
              </a:ext>
            </a:extLst>
          </p:cNvPr>
          <p:cNvPicPr>
            <a:picLocks noChangeAspect="1"/>
          </p:cNvPicPr>
          <p:nvPr/>
        </p:nvPicPr>
        <p:blipFill>
          <a:blip r:embed="rId2"/>
          <a:stretch>
            <a:fillRect/>
          </a:stretch>
        </p:blipFill>
        <p:spPr>
          <a:xfrm>
            <a:off x="723900" y="1038225"/>
            <a:ext cx="10689274" cy="4514850"/>
          </a:xfrm>
          <a:prstGeom prst="rect">
            <a:avLst/>
          </a:prstGeom>
        </p:spPr>
      </p:pic>
    </p:spTree>
    <p:extLst>
      <p:ext uri="{BB962C8B-B14F-4D97-AF65-F5344CB8AC3E}">
        <p14:creationId xmlns:p14="http://schemas.microsoft.com/office/powerpoint/2010/main" val="14270259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B90843-D422-6D45-5364-56EF76E241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AFFCE2-85B5-BF71-4820-16B2BBC7F383}"/>
              </a:ext>
            </a:extLst>
          </p:cNvPr>
          <p:cNvSpPr>
            <a:spLocks noGrp="1"/>
          </p:cNvSpPr>
          <p:nvPr>
            <p:ph type="title"/>
          </p:nvPr>
        </p:nvSpPr>
        <p:spPr>
          <a:xfrm>
            <a:off x="629516" y="235026"/>
            <a:ext cx="10689274" cy="580520"/>
          </a:xfrm>
        </p:spPr>
        <p:txBody>
          <a:bodyPr>
            <a:normAutofit fontScale="90000"/>
          </a:bodyPr>
          <a:lstStyle/>
          <a:p>
            <a:r>
              <a:rPr lang="en-US" sz="3200" dirty="0"/>
              <a:t>Visuals of eBook Subscriber Flag comparisons from </a:t>
            </a:r>
            <a:r>
              <a:rPr lang="en-US" sz="3200" dirty="0" err="1"/>
              <a:t>AutoViz</a:t>
            </a:r>
            <a:endParaRPr lang="en-US" sz="3200" dirty="0"/>
          </a:p>
        </p:txBody>
      </p:sp>
      <p:sp>
        <p:nvSpPr>
          <p:cNvPr id="3" name="TextBox 2">
            <a:extLst>
              <a:ext uri="{FF2B5EF4-FFF2-40B4-BE49-F238E27FC236}">
                <a16:creationId xmlns:a16="http://schemas.microsoft.com/office/drawing/2014/main" id="{E20C6418-AB03-5151-1CA3-93467C506DD6}"/>
              </a:ext>
            </a:extLst>
          </p:cNvPr>
          <p:cNvSpPr txBox="1"/>
          <p:nvPr/>
        </p:nvSpPr>
        <p:spPr>
          <a:xfrm>
            <a:off x="664865" y="5520469"/>
            <a:ext cx="11212809" cy="646331"/>
          </a:xfrm>
          <a:prstGeom prst="rect">
            <a:avLst/>
          </a:prstGeom>
          <a:noFill/>
        </p:spPr>
        <p:txBody>
          <a:bodyPr wrap="square" rtlCol="0">
            <a:spAutoFit/>
          </a:bodyPr>
          <a:lstStyle/>
          <a:p>
            <a:pPr marL="285750" indent="-285750">
              <a:buFont typeface="Arial" panose="020B0604020202020204" pitchFamily="34" charset="0"/>
              <a:buChar char="•"/>
            </a:pPr>
            <a:r>
              <a:rPr lang="en-US" dirty="0"/>
              <a:t>Customers who are married, Customers with more no. of children at home and customers in occupations, </a:t>
            </a:r>
            <a:r>
              <a:rPr lang="en-US" b="1" dirty="0"/>
              <a:t>Professional, Management, Skilled Manual </a:t>
            </a:r>
            <a:r>
              <a:rPr lang="en-US" dirty="0"/>
              <a:t>have highest number of eBook Subscribers.</a:t>
            </a:r>
          </a:p>
        </p:txBody>
      </p:sp>
      <p:pic>
        <p:nvPicPr>
          <p:cNvPr id="12" name="Picture 11">
            <a:extLst>
              <a:ext uri="{FF2B5EF4-FFF2-40B4-BE49-F238E27FC236}">
                <a16:creationId xmlns:a16="http://schemas.microsoft.com/office/drawing/2014/main" id="{FD1333B1-1E47-6F7D-47CC-B58BCF282BF7}"/>
              </a:ext>
            </a:extLst>
          </p:cNvPr>
          <p:cNvPicPr>
            <a:picLocks noChangeAspect="1"/>
          </p:cNvPicPr>
          <p:nvPr/>
        </p:nvPicPr>
        <p:blipFill>
          <a:blip r:embed="rId2"/>
          <a:stretch>
            <a:fillRect/>
          </a:stretch>
        </p:blipFill>
        <p:spPr>
          <a:xfrm>
            <a:off x="1254869" y="3570051"/>
            <a:ext cx="3492230" cy="1950418"/>
          </a:xfrm>
          <a:prstGeom prst="rect">
            <a:avLst/>
          </a:prstGeom>
        </p:spPr>
      </p:pic>
      <p:pic>
        <p:nvPicPr>
          <p:cNvPr id="14" name="Picture 13">
            <a:extLst>
              <a:ext uri="{FF2B5EF4-FFF2-40B4-BE49-F238E27FC236}">
                <a16:creationId xmlns:a16="http://schemas.microsoft.com/office/drawing/2014/main" id="{71677E76-47EC-FCBB-56E9-BE30C0797D9C}"/>
              </a:ext>
            </a:extLst>
          </p:cNvPr>
          <p:cNvPicPr>
            <a:picLocks noChangeAspect="1"/>
          </p:cNvPicPr>
          <p:nvPr/>
        </p:nvPicPr>
        <p:blipFill>
          <a:blip r:embed="rId3"/>
          <a:stretch>
            <a:fillRect/>
          </a:stretch>
        </p:blipFill>
        <p:spPr>
          <a:xfrm>
            <a:off x="828799" y="1078192"/>
            <a:ext cx="4171218" cy="2559953"/>
          </a:xfrm>
          <a:prstGeom prst="rect">
            <a:avLst/>
          </a:prstGeom>
        </p:spPr>
      </p:pic>
      <p:pic>
        <p:nvPicPr>
          <p:cNvPr id="16" name="Picture 15">
            <a:extLst>
              <a:ext uri="{FF2B5EF4-FFF2-40B4-BE49-F238E27FC236}">
                <a16:creationId xmlns:a16="http://schemas.microsoft.com/office/drawing/2014/main" id="{F577C835-FCC6-474A-1320-1C14FBBA76BD}"/>
              </a:ext>
            </a:extLst>
          </p:cNvPr>
          <p:cNvPicPr>
            <a:picLocks noChangeAspect="1"/>
          </p:cNvPicPr>
          <p:nvPr/>
        </p:nvPicPr>
        <p:blipFill>
          <a:blip r:embed="rId4"/>
          <a:stretch>
            <a:fillRect/>
          </a:stretch>
        </p:blipFill>
        <p:spPr>
          <a:xfrm>
            <a:off x="5000017" y="1770409"/>
            <a:ext cx="6697010" cy="2806032"/>
          </a:xfrm>
          <a:prstGeom prst="rect">
            <a:avLst/>
          </a:prstGeom>
        </p:spPr>
      </p:pic>
    </p:spTree>
    <p:extLst>
      <p:ext uri="{BB962C8B-B14F-4D97-AF65-F5344CB8AC3E}">
        <p14:creationId xmlns:p14="http://schemas.microsoft.com/office/powerpoint/2010/main" val="10523802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FA91FA-84D2-2B7E-BEFA-E0C050DAE7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4476D1-5404-5B88-B8FD-12FB6D43FAA1}"/>
              </a:ext>
            </a:extLst>
          </p:cNvPr>
          <p:cNvSpPr>
            <a:spLocks noGrp="1"/>
          </p:cNvSpPr>
          <p:nvPr>
            <p:ph type="title"/>
          </p:nvPr>
        </p:nvSpPr>
        <p:spPr>
          <a:xfrm>
            <a:off x="629516" y="235026"/>
            <a:ext cx="10689274" cy="580520"/>
          </a:xfrm>
        </p:spPr>
        <p:txBody>
          <a:bodyPr>
            <a:normAutofit/>
          </a:bodyPr>
          <a:lstStyle/>
          <a:p>
            <a:r>
              <a:rPr lang="en-US" sz="3200" dirty="0"/>
              <a:t>Visuals of Avg Monthly Spend comparisons from </a:t>
            </a:r>
            <a:r>
              <a:rPr lang="en-US" sz="3200" dirty="0" err="1"/>
              <a:t>AutoViz</a:t>
            </a:r>
            <a:endParaRPr lang="en-US" sz="3200" dirty="0"/>
          </a:p>
        </p:txBody>
      </p:sp>
      <p:sp>
        <p:nvSpPr>
          <p:cNvPr id="3" name="TextBox 2">
            <a:extLst>
              <a:ext uri="{FF2B5EF4-FFF2-40B4-BE49-F238E27FC236}">
                <a16:creationId xmlns:a16="http://schemas.microsoft.com/office/drawing/2014/main" id="{39285DC1-3D96-298D-46F7-83369E171288}"/>
              </a:ext>
            </a:extLst>
          </p:cNvPr>
          <p:cNvSpPr txBox="1"/>
          <p:nvPr/>
        </p:nvSpPr>
        <p:spPr>
          <a:xfrm>
            <a:off x="664865" y="5520469"/>
            <a:ext cx="11212809" cy="646331"/>
          </a:xfrm>
          <a:prstGeom prst="rect">
            <a:avLst/>
          </a:prstGeom>
          <a:noFill/>
        </p:spPr>
        <p:txBody>
          <a:bodyPr wrap="square" rtlCol="0">
            <a:spAutoFit/>
          </a:bodyPr>
          <a:lstStyle/>
          <a:p>
            <a:pPr marL="285750" indent="-285750">
              <a:buFont typeface="Arial" panose="020B0604020202020204" pitchFamily="34" charset="0"/>
              <a:buChar char="•"/>
            </a:pPr>
            <a:r>
              <a:rPr lang="en-US" dirty="0"/>
              <a:t>Customers who are Male, Customers with more Number of children at home and Customers with high Annual income will </a:t>
            </a:r>
            <a:r>
              <a:rPr lang="en-US"/>
              <a:t>have large Avg Monthly Spend.</a:t>
            </a:r>
            <a:endParaRPr lang="en-US" dirty="0"/>
          </a:p>
        </p:txBody>
      </p:sp>
      <p:pic>
        <p:nvPicPr>
          <p:cNvPr id="18" name="Picture 17">
            <a:extLst>
              <a:ext uri="{FF2B5EF4-FFF2-40B4-BE49-F238E27FC236}">
                <a16:creationId xmlns:a16="http://schemas.microsoft.com/office/drawing/2014/main" id="{3A9A6003-1E93-CCA0-3F38-6CD5BDB21DAF}"/>
              </a:ext>
            </a:extLst>
          </p:cNvPr>
          <p:cNvPicPr>
            <a:picLocks noChangeAspect="1"/>
          </p:cNvPicPr>
          <p:nvPr/>
        </p:nvPicPr>
        <p:blipFill>
          <a:blip r:embed="rId2"/>
          <a:stretch>
            <a:fillRect/>
          </a:stretch>
        </p:blipFill>
        <p:spPr>
          <a:xfrm>
            <a:off x="629516" y="1079234"/>
            <a:ext cx="6792952" cy="4441235"/>
          </a:xfrm>
          <a:prstGeom prst="rect">
            <a:avLst/>
          </a:prstGeom>
        </p:spPr>
      </p:pic>
      <p:pic>
        <p:nvPicPr>
          <p:cNvPr id="22" name="Picture 21">
            <a:extLst>
              <a:ext uri="{FF2B5EF4-FFF2-40B4-BE49-F238E27FC236}">
                <a16:creationId xmlns:a16="http://schemas.microsoft.com/office/drawing/2014/main" id="{F500BF56-7DEC-A568-6078-7DA21E4EB357}"/>
              </a:ext>
            </a:extLst>
          </p:cNvPr>
          <p:cNvPicPr>
            <a:picLocks noChangeAspect="1"/>
          </p:cNvPicPr>
          <p:nvPr/>
        </p:nvPicPr>
        <p:blipFill>
          <a:blip r:embed="rId3"/>
          <a:stretch>
            <a:fillRect/>
          </a:stretch>
        </p:blipFill>
        <p:spPr>
          <a:xfrm>
            <a:off x="7276289" y="1771418"/>
            <a:ext cx="4688732" cy="3315163"/>
          </a:xfrm>
          <a:prstGeom prst="rect">
            <a:avLst/>
          </a:prstGeom>
        </p:spPr>
      </p:pic>
    </p:spTree>
    <p:extLst>
      <p:ext uri="{BB962C8B-B14F-4D97-AF65-F5344CB8AC3E}">
        <p14:creationId xmlns:p14="http://schemas.microsoft.com/office/powerpoint/2010/main" val="31570045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325F3F6-6400-4D03-AE43-A0EF8ABB4CA3}"/>
              </a:ext>
            </a:extLst>
          </p:cNvPr>
          <p:cNvSpPr>
            <a:spLocks noGrp="1"/>
          </p:cNvSpPr>
          <p:nvPr>
            <p:ph type="title"/>
          </p:nvPr>
        </p:nvSpPr>
        <p:spPr>
          <a:xfrm>
            <a:off x="716280" y="281840"/>
            <a:ext cx="10058400" cy="627797"/>
          </a:xfrm>
        </p:spPr>
        <p:txBody>
          <a:bodyPr>
            <a:normAutofit fontScale="90000"/>
          </a:bodyPr>
          <a:lstStyle/>
          <a:p>
            <a:r>
              <a:rPr lang="en-US" b="1" dirty="0"/>
              <a:t>Exploratory Data Analysis</a:t>
            </a:r>
          </a:p>
        </p:txBody>
      </p:sp>
      <p:sp>
        <p:nvSpPr>
          <p:cNvPr id="6" name="Subtitle 2">
            <a:extLst>
              <a:ext uri="{FF2B5EF4-FFF2-40B4-BE49-F238E27FC236}">
                <a16:creationId xmlns:a16="http://schemas.microsoft.com/office/drawing/2014/main" id="{2F88F62E-85D4-46E5-84F6-86CB0BD48C6E}"/>
              </a:ext>
            </a:extLst>
          </p:cNvPr>
          <p:cNvSpPr txBox="1">
            <a:spLocks/>
          </p:cNvSpPr>
          <p:nvPr/>
        </p:nvSpPr>
        <p:spPr>
          <a:xfrm>
            <a:off x="846078" y="1041981"/>
            <a:ext cx="10568155" cy="3998369"/>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1000"/>
              </a:spcBef>
              <a:spcAft>
                <a:spcPts val="0"/>
              </a:spcAft>
              <a:buClrTx/>
              <a:buSzTx/>
              <a:buFont typeface="Arial" panose="020B0604020202020204" pitchFamily="34" charset="0"/>
              <a:buNone/>
              <a:tabLst/>
              <a:defRPr/>
            </a:pPr>
            <a:r>
              <a:rPr kumimoji="0" lang="en-US" sz="1700" b="0" i="0" u="none" strike="noStrike" kern="1200" cap="none" spc="0" normalizeH="0" baseline="0" noProof="0" dirty="0">
                <a:ln>
                  <a:noFill/>
                </a:ln>
                <a:solidFill>
                  <a:srgbClr val="000000"/>
                </a:solidFill>
                <a:effectLst/>
                <a:uLnTx/>
                <a:uFillTx/>
                <a:latin typeface="Arial" panose="020B0604020202020204" pitchFamily="34" charset="0"/>
                <a:ea typeface="Calibri"/>
                <a:cs typeface="Arial" panose="020B0604020202020204" pitchFamily="34" charset="0"/>
                <a:sym typeface="Calibri"/>
              </a:rPr>
              <a:t>The Features (i.e., variables) are segregated into multiple Categories namely:</a:t>
            </a:r>
          </a:p>
          <a:p>
            <a:pPr>
              <a:defRPr/>
            </a:pPr>
            <a:r>
              <a:rPr kumimoji="0" lang="en-US" sz="17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sym typeface="Calibri"/>
              </a:rPr>
              <a:t>Dependent Variable (Y) – </a:t>
            </a:r>
            <a:r>
              <a:rPr kumimoji="0" lang="en-US" sz="17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sym typeface="Calibri"/>
              </a:rPr>
              <a:t>This is the target Variable(</a:t>
            </a:r>
            <a:r>
              <a:rPr lang="en-US" sz="1800" dirty="0">
                <a:latin typeface="Arial" panose="020B0604020202020204" pitchFamily="34" charset="0"/>
                <a:cs typeface="Arial" panose="020B0604020202020204" pitchFamily="34" charset="0"/>
              </a:rPr>
              <a:t>Avg Monthly Spend, eBook Subscriber Flag</a:t>
            </a:r>
            <a:r>
              <a:rPr lang="en-US" sz="1600" dirty="0">
                <a:latin typeface="Arial" panose="020B0604020202020204" pitchFamily="34" charset="0"/>
                <a:cs typeface="Arial" panose="020B0604020202020204" pitchFamily="34" charset="0"/>
              </a:rPr>
              <a:t>) </a:t>
            </a:r>
            <a:r>
              <a:rPr kumimoji="0" lang="en-US" sz="17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sym typeface="Calibri"/>
              </a:rPr>
              <a:t>which</a:t>
            </a:r>
            <a:r>
              <a:rPr kumimoji="0" lang="en-US" sz="1700" b="1"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sym typeface="Calibri"/>
              </a:rPr>
              <a:t> </a:t>
            </a:r>
            <a:r>
              <a:rPr lang="en-US" sz="1700" dirty="0">
                <a:solidFill>
                  <a:srgbClr val="000000"/>
                </a:solidFill>
                <a:latin typeface="Arial" panose="020B0604020202020204" pitchFamily="34" charset="0"/>
                <a:cs typeface="Arial" panose="020B0604020202020204" pitchFamily="34" charset="0"/>
                <a:sym typeface="Calibri"/>
              </a:rPr>
              <a:t>is</a:t>
            </a:r>
            <a:r>
              <a:rPr kumimoji="0" lang="en-US" sz="17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sym typeface="Calibri"/>
              </a:rPr>
              <a:t> to be predicted</a:t>
            </a:r>
          </a:p>
          <a:p>
            <a:pPr marL="228600" marR="0" lvl="0" indent="-228600" algn="l" defTabSz="914400" rtl="0" eaLnBrk="1" fontAlgn="auto" latinLnBrk="0" hangingPunct="1">
              <a:lnSpc>
                <a:spcPct val="120000"/>
              </a:lnSpc>
              <a:spcBef>
                <a:spcPts val="1000"/>
              </a:spcBef>
              <a:spcAft>
                <a:spcPts val="0"/>
              </a:spcAft>
              <a:buClrTx/>
              <a:buSzTx/>
              <a:buFont typeface="Arial" panose="020B0604020202020204" pitchFamily="34" charset="0"/>
              <a:buChar char="•"/>
              <a:tabLst/>
              <a:defRPr/>
            </a:pPr>
            <a:r>
              <a:rPr kumimoji="0" lang="en-US" sz="17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sym typeface="Calibri"/>
              </a:rPr>
              <a:t>Noise Features : </a:t>
            </a:r>
            <a:r>
              <a:rPr kumimoji="0" lang="en-US" sz="17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sym typeface="Calibri"/>
              </a:rPr>
              <a:t>Variables which would not have a significant impact on the value of  target variable.</a:t>
            </a:r>
          </a:p>
          <a:p>
            <a:pPr marL="228600" marR="0" lvl="0" indent="-228600" algn="l" defTabSz="914400" rtl="0" eaLnBrk="1" fontAlgn="auto" latinLnBrk="0" hangingPunct="1">
              <a:lnSpc>
                <a:spcPct val="120000"/>
              </a:lnSpc>
              <a:spcBef>
                <a:spcPts val="1000"/>
              </a:spcBef>
              <a:spcAft>
                <a:spcPts val="0"/>
              </a:spcAft>
              <a:buClrTx/>
              <a:buSzTx/>
              <a:buFont typeface="Arial" panose="020B0604020202020204" pitchFamily="34" charset="0"/>
              <a:buChar char="•"/>
              <a:tabLst/>
              <a:defRPr/>
            </a:pPr>
            <a:r>
              <a:rPr kumimoji="0" lang="en-US" sz="17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sym typeface="Calibri"/>
              </a:rPr>
              <a:t>Redundant: </a:t>
            </a:r>
            <a:r>
              <a:rPr kumimoji="0" lang="en-US" sz="17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sym typeface="Calibri"/>
              </a:rPr>
              <a:t>Variables that are duplicates of other variables</a:t>
            </a:r>
          </a:p>
          <a:p>
            <a:pPr marL="228600" marR="0" lvl="0" indent="-228600" algn="l" defTabSz="914400" rtl="0" eaLnBrk="1" fontAlgn="auto" latinLnBrk="0" hangingPunct="1">
              <a:lnSpc>
                <a:spcPct val="120000"/>
              </a:lnSpc>
              <a:spcBef>
                <a:spcPts val="1000"/>
              </a:spcBef>
              <a:spcAft>
                <a:spcPts val="0"/>
              </a:spcAft>
              <a:buClrTx/>
              <a:buSzTx/>
              <a:buFont typeface="Arial" panose="020B0604020202020204" pitchFamily="34" charset="0"/>
              <a:buChar char="•"/>
              <a:tabLst/>
              <a:defRPr/>
            </a:pPr>
            <a:r>
              <a:rPr kumimoji="0" lang="en-US" sz="17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sym typeface="Calibri"/>
              </a:rPr>
              <a:t>Feeder variables</a:t>
            </a:r>
            <a:r>
              <a:rPr kumimoji="0" lang="en-US" sz="17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sym typeface="Calibri"/>
              </a:rPr>
              <a:t>: Variables that are derived based on the dependent variable</a:t>
            </a:r>
          </a:p>
          <a:p>
            <a:pPr marL="228600" marR="0" lvl="0" indent="-228600" algn="l" defTabSz="914400" rtl="0" eaLnBrk="1" fontAlgn="auto" latinLnBrk="0" hangingPunct="1">
              <a:lnSpc>
                <a:spcPct val="120000"/>
              </a:lnSpc>
              <a:spcBef>
                <a:spcPts val="1000"/>
              </a:spcBef>
              <a:spcAft>
                <a:spcPts val="0"/>
              </a:spcAft>
              <a:buClrTx/>
              <a:buSzTx/>
              <a:buFont typeface="Arial" panose="020B0604020202020204" pitchFamily="34" charset="0"/>
              <a:buChar char="•"/>
              <a:tabLst/>
              <a:defRPr/>
            </a:pPr>
            <a:r>
              <a:rPr kumimoji="0" lang="en-US" sz="17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Predictor Variables</a:t>
            </a:r>
            <a:r>
              <a:rPr kumimoji="0" lang="en-US" sz="17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 Variables which were considered to have an impact on the target variable</a:t>
            </a:r>
            <a:endParaRPr kumimoji="0" lang="en-US" sz="17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1" fontAlgn="auto" latinLnBrk="0" hangingPunct="1">
              <a:lnSpc>
                <a:spcPct val="120000"/>
              </a:lnSpc>
              <a:spcBef>
                <a:spcPts val="1000"/>
              </a:spcBef>
              <a:spcAft>
                <a:spcPts val="0"/>
              </a:spcAft>
              <a:buClrTx/>
              <a:buSzTx/>
              <a:buFont typeface="Arial" panose="020B0604020202020204" pitchFamily="34" charset="0"/>
              <a:buChar char="•"/>
              <a:tabLst/>
              <a:defRPr/>
            </a:pPr>
            <a:endParaRPr kumimoji="0" lang="en-US" sz="17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5293096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7D2A36-F014-F18C-851B-3E52C82D0AF1}"/>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425668DF-E3CD-1063-8E6A-02AAC853E736}"/>
              </a:ext>
            </a:extLst>
          </p:cNvPr>
          <p:cNvSpPr>
            <a:spLocks noGrp="1"/>
          </p:cNvSpPr>
          <p:nvPr>
            <p:ph type="title"/>
          </p:nvPr>
        </p:nvSpPr>
        <p:spPr>
          <a:xfrm>
            <a:off x="716280" y="281840"/>
            <a:ext cx="10058400" cy="627797"/>
          </a:xfrm>
        </p:spPr>
        <p:txBody>
          <a:bodyPr>
            <a:normAutofit fontScale="90000"/>
          </a:bodyPr>
          <a:lstStyle/>
          <a:p>
            <a:r>
              <a:rPr lang="en-US" b="1" dirty="0"/>
              <a:t>Exploratory Data Analysis (contd..)</a:t>
            </a:r>
          </a:p>
        </p:txBody>
      </p:sp>
      <p:cxnSp>
        <p:nvCxnSpPr>
          <p:cNvPr id="4" name="Straight Connector 3">
            <a:extLst>
              <a:ext uri="{FF2B5EF4-FFF2-40B4-BE49-F238E27FC236}">
                <a16:creationId xmlns:a16="http://schemas.microsoft.com/office/drawing/2014/main" id="{33745750-6010-58A0-2385-9DA5BF27E419}"/>
              </a:ext>
            </a:extLst>
          </p:cNvPr>
          <p:cNvCxnSpPr>
            <a:cxnSpLocks/>
          </p:cNvCxnSpPr>
          <p:nvPr/>
        </p:nvCxnSpPr>
        <p:spPr>
          <a:xfrm>
            <a:off x="6350480" y="2031120"/>
            <a:ext cx="0" cy="4223894"/>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12092EB6-FEC0-9891-AB4E-BE0039C94E5C}"/>
              </a:ext>
            </a:extLst>
          </p:cNvPr>
          <p:cNvCxnSpPr>
            <a:cxnSpLocks/>
          </p:cNvCxnSpPr>
          <p:nvPr/>
        </p:nvCxnSpPr>
        <p:spPr>
          <a:xfrm>
            <a:off x="546217" y="2031120"/>
            <a:ext cx="11225280" cy="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graphicFrame>
        <p:nvGraphicFramePr>
          <p:cNvPr id="13" name="Table 12">
            <a:extLst>
              <a:ext uri="{FF2B5EF4-FFF2-40B4-BE49-F238E27FC236}">
                <a16:creationId xmlns:a16="http://schemas.microsoft.com/office/drawing/2014/main" id="{298BBCEC-B550-D3ED-EDA6-9D65830503AC}"/>
              </a:ext>
            </a:extLst>
          </p:cNvPr>
          <p:cNvGraphicFramePr>
            <a:graphicFrameLocks noGrp="1"/>
          </p:cNvGraphicFramePr>
          <p:nvPr>
            <p:extLst>
              <p:ext uri="{D42A27DB-BD31-4B8C-83A1-F6EECF244321}">
                <p14:modId xmlns:p14="http://schemas.microsoft.com/office/powerpoint/2010/main" val="2445182782"/>
              </p:ext>
            </p:extLst>
          </p:nvPr>
        </p:nvGraphicFramePr>
        <p:xfrm>
          <a:off x="562701" y="1499746"/>
          <a:ext cx="5195547" cy="408622"/>
        </p:xfrm>
        <a:graphic>
          <a:graphicData uri="http://schemas.openxmlformats.org/drawingml/2006/table">
            <a:tbl>
              <a:tblPr firstRow="1" bandRow="1">
                <a:tableStyleId>{616DA210-FB5B-4158-B5E0-FEB733F419BA}</a:tableStyleId>
              </a:tblPr>
              <a:tblGrid>
                <a:gridCol w="2725248">
                  <a:extLst>
                    <a:ext uri="{9D8B030D-6E8A-4147-A177-3AD203B41FA5}">
                      <a16:colId xmlns:a16="http://schemas.microsoft.com/office/drawing/2014/main" val="2338264504"/>
                    </a:ext>
                  </a:extLst>
                </a:gridCol>
                <a:gridCol w="2470299">
                  <a:extLst>
                    <a:ext uri="{9D8B030D-6E8A-4147-A177-3AD203B41FA5}">
                      <a16:colId xmlns:a16="http://schemas.microsoft.com/office/drawing/2014/main" val="1377146565"/>
                    </a:ext>
                  </a:extLst>
                </a:gridCol>
              </a:tblGrid>
              <a:tr h="408622">
                <a:tc>
                  <a:txBody>
                    <a:bodyPr/>
                    <a:lstStyle/>
                    <a:p>
                      <a:pPr marL="0" algn="l" defTabSz="914400" rtl="0" eaLnBrk="1" latinLnBrk="0" hangingPunct="1"/>
                      <a:r>
                        <a:rPr lang="en-US" sz="1800" b="1" kern="1200" dirty="0">
                          <a:solidFill>
                            <a:schemeClr val="tx1"/>
                          </a:solidFill>
                          <a:latin typeface="Arial" panose="020B0604020202020204" pitchFamily="34" charset="0"/>
                          <a:ea typeface="+mn-ea"/>
                          <a:cs typeface="Arial" panose="020B0604020202020204" pitchFamily="34" charset="0"/>
                        </a:rPr>
                        <a:t>Dependent</a:t>
                      </a:r>
                      <a:r>
                        <a:rPr lang="en-US" sz="1800" b="0" kern="1200" dirty="0">
                          <a:solidFill>
                            <a:schemeClr val="tx1"/>
                          </a:solidFill>
                          <a:latin typeface="+mn-lt"/>
                          <a:ea typeface="+mn-ea"/>
                          <a:cs typeface="Arial" panose="020B0604020202020204" pitchFamily="34" charset="0"/>
                        </a:rPr>
                        <a:t> </a:t>
                      </a:r>
                      <a:r>
                        <a:rPr lang="en-US" sz="1800" b="1" kern="1200" dirty="0">
                          <a:solidFill>
                            <a:schemeClr val="tx1"/>
                          </a:solidFill>
                          <a:latin typeface="Arial" panose="020B0604020202020204" pitchFamily="34" charset="0"/>
                          <a:ea typeface="+mn-ea"/>
                          <a:cs typeface="Arial" panose="020B0604020202020204" pitchFamily="34" charset="0"/>
                        </a:rPr>
                        <a:t>Variable 1</a:t>
                      </a:r>
                    </a:p>
                  </a:txBody>
                  <a:tcPr/>
                </a:tc>
                <a:tc>
                  <a:txBody>
                    <a:bodyPr/>
                    <a:lstStyle/>
                    <a:p>
                      <a:pPr marL="457200" lvl="1" algn="l" defTabSz="914400" rtl="0" eaLnBrk="1" fontAlgn="b" latinLnBrk="0" hangingPunct="1"/>
                      <a:r>
                        <a:rPr lang="en-US" sz="1600" b="0" u="none" strike="noStrike" kern="1200" dirty="0">
                          <a:solidFill>
                            <a:srgbClr val="000000"/>
                          </a:solidFill>
                          <a:effectLst/>
                          <a:latin typeface="Arial" panose="020B0604020202020204" pitchFamily="34" charset="0"/>
                          <a:ea typeface="+mn-ea"/>
                          <a:cs typeface="Arial" panose="020B0604020202020204" pitchFamily="34" charset="0"/>
                        </a:rPr>
                        <a:t>Avg Monthly Spend</a:t>
                      </a:r>
                    </a:p>
                  </a:txBody>
                  <a:tcPr/>
                </a:tc>
                <a:extLst>
                  <a:ext uri="{0D108BD9-81ED-4DB2-BD59-A6C34878D82A}">
                    <a16:rowId xmlns:a16="http://schemas.microsoft.com/office/drawing/2014/main" val="1390280787"/>
                  </a:ext>
                </a:extLst>
              </a:tr>
            </a:tbl>
          </a:graphicData>
        </a:graphic>
      </p:graphicFrame>
      <p:sp>
        <p:nvSpPr>
          <p:cNvPr id="6" name="Rounded Rectangle 529">
            <a:extLst>
              <a:ext uri="{FF2B5EF4-FFF2-40B4-BE49-F238E27FC236}">
                <a16:creationId xmlns:a16="http://schemas.microsoft.com/office/drawing/2014/main" id="{EA2F1728-C0F5-A863-CDBB-6AE574E7B8BC}"/>
              </a:ext>
            </a:extLst>
          </p:cNvPr>
          <p:cNvSpPr/>
          <p:nvPr/>
        </p:nvSpPr>
        <p:spPr>
          <a:xfrm>
            <a:off x="562701" y="990969"/>
            <a:ext cx="10989220" cy="408623"/>
          </a:xfrm>
          <a:prstGeom prst="roundRect">
            <a:avLst/>
          </a:prstGeom>
          <a:ln>
            <a:solidFill>
              <a:schemeClr val="accent2"/>
            </a:solidFill>
          </a:ln>
        </p:spPr>
        <p:txBody>
          <a:bodyPr wrap="square">
            <a:spAutoFit/>
          </a:bodyPr>
          <a:lstStyle/>
          <a:p>
            <a:pPr algn="ctr"/>
            <a:r>
              <a:rPr lang="en-US" b="1" i="1" dirty="0">
                <a:solidFill>
                  <a:schemeClr val="dk1"/>
                </a:solidFill>
                <a:latin typeface="+mj-lt"/>
                <a:ea typeface="Calibri"/>
                <a:cs typeface="Arial" panose="020B0604020202020204" pitchFamily="34" charset="0"/>
                <a:sym typeface="Calibri"/>
              </a:rPr>
              <a:t>Features Categories for Dependent Variable 1</a:t>
            </a:r>
            <a:endParaRPr lang="en-US" sz="1400" b="1" i="1" dirty="0">
              <a:latin typeface="+mj-lt"/>
              <a:cs typeface="Arial" panose="020B0604020202020204" pitchFamily="34" charset="0"/>
            </a:endParaRPr>
          </a:p>
        </p:txBody>
      </p:sp>
      <p:graphicFrame>
        <p:nvGraphicFramePr>
          <p:cNvPr id="9" name="Table 8">
            <a:extLst>
              <a:ext uri="{FF2B5EF4-FFF2-40B4-BE49-F238E27FC236}">
                <a16:creationId xmlns:a16="http://schemas.microsoft.com/office/drawing/2014/main" id="{B7D8616E-5E45-F755-D4C4-50B7D34B19F4}"/>
              </a:ext>
            </a:extLst>
          </p:cNvPr>
          <p:cNvGraphicFramePr>
            <a:graphicFrameLocks noGrp="1"/>
          </p:cNvGraphicFramePr>
          <p:nvPr>
            <p:extLst>
              <p:ext uri="{D42A27DB-BD31-4B8C-83A1-F6EECF244321}">
                <p14:modId xmlns:p14="http://schemas.microsoft.com/office/powerpoint/2010/main" val="3581516722"/>
              </p:ext>
            </p:extLst>
          </p:nvPr>
        </p:nvGraphicFramePr>
        <p:xfrm>
          <a:off x="6533040" y="5577471"/>
          <a:ext cx="5520391" cy="457200"/>
        </p:xfrm>
        <a:graphic>
          <a:graphicData uri="http://schemas.openxmlformats.org/drawingml/2006/table">
            <a:tbl>
              <a:tblPr firstRow="1" bandRow="1">
                <a:tableStyleId>{616DA210-FB5B-4158-B5E0-FEB733F419BA}</a:tableStyleId>
              </a:tblPr>
              <a:tblGrid>
                <a:gridCol w="2766603">
                  <a:extLst>
                    <a:ext uri="{9D8B030D-6E8A-4147-A177-3AD203B41FA5}">
                      <a16:colId xmlns:a16="http://schemas.microsoft.com/office/drawing/2014/main" val="1422883900"/>
                    </a:ext>
                  </a:extLst>
                </a:gridCol>
                <a:gridCol w="2753788">
                  <a:extLst>
                    <a:ext uri="{9D8B030D-6E8A-4147-A177-3AD203B41FA5}">
                      <a16:colId xmlns:a16="http://schemas.microsoft.com/office/drawing/2014/main" val="935315438"/>
                    </a:ext>
                  </a:extLst>
                </a:gridCol>
              </a:tblGrid>
              <a:tr h="405735">
                <a:tc>
                  <a:txBody>
                    <a:bodyPr/>
                    <a:lstStyle/>
                    <a:p>
                      <a:pPr marL="0" algn="l" defTabSz="914400" rtl="0" eaLnBrk="1" latinLnBrk="0" hangingPunct="1"/>
                      <a:r>
                        <a:rPr lang="en-US" sz="1200" b="1" kern="1200" dirty="0">
                          <a:solidFill>
                            <a:schemeClr val="tx1"/>
                          </a:solidFill>
                          <a:latin typeface="Arial" panose="020B0604020202020204" pitchFamily="34" charset="0"/>
                          <a:ea typeface="+mn-ea"/>
                          <a:cs typeface="Arial" panose="020B0604020202020204" pitchFamily="34" charset="0"/>
                        </a:rPr>
                        <a:t>Ignored Variable (for Dependent Variable 1 analysis)</a:t>
                      </a:r>
                    </a:p>
                  </a:txBody>
                  <a:tcPr/>
                </a:tc>
                <a:tc>
                  <a:txBody>
                    <a:bodyPr/>
                    <a:lstStyle/>
                    <a:p>
                      <a:pPr algn="l" fontAlgn="b">
                        <a:buNone/>
                      </a:pPr>
                      <a:r>
                        <a:rPr lang="en-US" sz="1400" b="0" i="0" u="none" strike="noStrike" dirty="0">
                          <a:solidFill>
                            <a:srgbClr val="000000"/>
                          </a:solidFill>
                          <a:effectLst/>
                          <a:latin typeface="Arial" panose="020B0604020202020204" pitchFamily="34" charset="0"/>
                          <a:cs typeface="Arial" panose="020B0604020202020204" pitchFamily="34" charset="0"/>
                        </a:rPr>
                        <a:t>eBook Subscriber Flag</a:t>
                      </a:r>
                    </a:p>
                  </a:txBody>
                  <a:tcPr/>
                </a:tc>
                <a:extLst>
                  <a:ext uri="{0D108BD9-81ED-4DB2-BD59-A6C34878D82A}">
                    <a16:rowId xmlns:a16="http://schemas.microsoft.com/office/drawing/2014/main" val="916369618"/>
                  </a:ext>
                </a:extLst>
              </a:tr>
            </a:tbl>
          </a:graphicData>
        </a:graphic>
      </p:graphicFrame>
      <p:graphicFrame>
        <p:nvGraphicFramePr>
          <p:cNvPr id="24" name="Table 23">
            <a:extLst>
              <a:ext uri="{FF2B5EF4-FFF2-40B4-BE49-F238E27FC236}">
                <a16:creationId xmlns:a16="http://schemas.microsoft.com/office/drawing/2014/main" id="{8F64B1E4-B107-1BDA-D3A0-939DE2FF5092}"/>
              </a:ext>
            </a:extLst>
          </p:cNvPr>
          <p:cNvGraphicFramePr>
            <a:graphicFrameLocks noGrp="1"/>
          </p:cNvGraphicFramePr>
          <p:nvPr>
            <p:extLst>
              <p:ext uri="{D42A27DB-BD31-4B8C-83A1-F6EECF244321}">
                <p14:modId xmlns:p14="http://schemas.microsoft.com/office/powerpoint/2010/main" val="2230732592"/>
              </p:ext>
            </p:extLst>
          </p:nvPr>
        </p:nvGraphicFramePr>
        <p:xfrm>
          <a:off x="3338760" y="2886433"/>
          <a:ext cx="2502760" cy="1016000"/>
        </p:xfrm>
        <a:graphic>
          <a:graphicData uri="http://schemas.openxmlformats.org/drawingml/2006/table">
            <a:tbl>
              <a:tblPr/>
              <a:tblGrid>
                <a:gridCol w="2502760">
                  <a:extLst>
                    <a:ext uri="{9D8B030D-6E8A-4147-A177-3AD203B41FA5}">
                      <a16:colId xmlns:a16="http://schemas.microsoft.com/office/drawing/2014/main" val="488986645"/>
                    </a:ext>
                  </a:extLst>
                </a:gridCol>
              </a:tblGrid>
              <a:tr h="3556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Arial" panose="020B0604020202020204" pitchFamily="34" charset="0"/>
                          <a:cs typeface="Arial" panose="020B0604020202020204" pitchFamily="34" charset="0"/>
                        </a:rPr>
                        <a:t>Customer ID</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4675073"/>
                  </a:ext>
                </a:extLst>
              </a:tr>
              <a:tr h="3556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Arial" panose="020B0604020202020204" pitchFamily="34" charset="0"/>
                          <a:cs typeface="Arial" panose="020B0604020202020204" pitchFamily="34" charset="0"/>
                        </a:rPr>
                        <a:t>First Name</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9132897"/>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latin typeface="Arial" panose="020B0604020202020204" pitchFamily="34" charset="0"/>
                          <a:cs typeface="Arial" panose="020B0604020202020204" pitchFamily="34" charset="0"/>
                        </a:rPr>
                        <a:t>Last Name</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4257814565"/>
                  </a:ext>
                </a:extLst>
              </a:tr>
            </a:tbl>
          </a:graphicData>
        </a:graphic>
      </p:graphicFrame>
      <p:graphicFrame>
        <p:nvGraphicFramePr>
          <p:cNvPr id="31" name="Table 30">
            <a:extLst>
              <a:ext uri="{FF2B5EF4-FFF2-40B4-BE49-F238E27FC236}">
                <a16:creationId xmlns:a16="http://schemas.microsoft.com/office/drawing/2014/main" id="{27800EC2-7B6C-7B8D-C4B2-63ADA1DF0DA7}"/>
              </a:ext>
            </a:extLst>
          </p:cNvPr>
          <p:cNvGraphicFramePr>
            <a:graphicFrameLocks noGrp="1"/>
          </p:cNvGraphicFramePr>
          <p:nvPr>
            <p:extLst>
              <p:ext uri="{D42A27DB-BD31-4B8C-83A1-F6EECF244321}">
                <p14:modId xmlns:p14="http://schemas.microsoft.com/office/powerpoint/2010/main" val="4285321495"/>
              </p:ext>
            </p:extLst>
          </p:nvPr>
        </p:nvGraphicFramePr>
        <p:xfrm>
          <a:off x="3338760" y="2246353"/>
          <a:ext cx="2502761" cy="640080"/>
        </p:xfrm>
        <a:graphic>
          <a:graphicData uri="http://schemas.openxmlformats.org/drawingml/2006/table">
            <a:tbl>
              <a:tblPr/>
              <a:tblGrid>
                <a:gridCol w="2502761">
                  <a:extLst>
                    <a:ext uri="{9D8B030D-6E8A-4147-A177-3AD203B41FA5}">
                      <a16:colId xmlns:a16="http://schemas.microsoft.com/office/drawing/2014/main" val="2565963468"/>
                    </a:ext>
                  </a:extLst>
                </a:gridCol>
              </a:tblGrid>
              <a:tr h="390877">
                <a:tc>
                  <a:txBody>
                    <a:bodyPr/>
                    <a:lstStyle/>
                    <a:p>
                      <a:pPr marL="0" algn="l" defTabSz="914400" rtl="0" eaLnBrk="1" latinLnBrk="0" hangingPunct="1"/>
                      <a:r>
                        <a:rPr lang="en-US" sz="1800" b="1" kern="1200" dirty="0">
                          <a:solidFill>
                            <a:schemeClr val="tx1"/>
                          </a:solidFill>
                          <a:latin typeface="Arial" panose="020B0604020202020204" pitchFamily="34" charset="0"/>
                          <a:ea typeface="+mn-ea"/>
                          <a:cs typeface="Arial" panose="020B0604020202020204" pitchFamily="34" charset="0"/>
                        </a:rPr>
                        <a:t>Noise Variables</a:t>
                      </a:r>
                    </a:p>
                    <a:p>
                      <a:endParaRPr lang="en-US"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2687129396"/>
                  </a:ext>
                </a:extLst>
              </a:tr>
            </a:tbl>
          </a:graphicData>
        </a:graphic>
      </p:graphicFrame>
      <p:graphicFrame>
        <p:nvGraphicFramePr>
          <p:cNvPr id="32" name="Table 31">
            <a:extLst>
              <a:ext uri="{FF2B5EF4-FFF2-40B4-BE49-F238E27FC236}">
                <a16:creationId xmlns:a16="http://schemas.microsoft.com/office/drawing/2014/main" id="{87602ABC-C243-09C6-30FE-F12E92B031C8}"/>
              </a:ext>
            </a:extLst>
          </p:cNvPr>
          <p:cNvGraphicFramePr>
            <a:graphicFrameLocks noGrp="1"/>
          </p:cNvGraphicFramePr>
          <p:nvPr>
            <p:extLst>
              <p:ext uri="{D42A27DB-BD31-4B8C-83A1-F6EECF244321}">
                <p14:modId xmlns:p14="http://schemas.microsoft.com/office/powerpoint/2010/main" val="1027006960"/>
              </p:ext>
            </p:extLst>
          </p:nvPr>
        </p:nvGraphicFramePr>
        <p:xfrm>
          <a:off x="3317412" y="5099712"/>
          <a:ext cx="2502760" cy="1016000"/>
        </p:xfrm>
        <a:graphic>
          <a:graphicData uri="http://schemas.openxmlformats.org/drawingml/2006/table">
            <a:tbl>
              <a:tblPr/>
              <a:tblGrid>
                <a:gridCol w="2502760">
                  <a:extLst>
                    <a:ext uri="{9D8B030D-6E8A-4147-A177-3AD203B41FA5}">
                      <a16:colId xmlns:a16="http://schemas.microsoft.com/office/drawing/2014/main" val="488986645"/>
                    </a:ext>
                  </a:extLst>
                </a:gridCol>
              </a:tblGrid>
              <a:tr h="355600">
                <a:tc>
                  <a:txBody>
                    <a:bodyPr/>
                    <a:lstStyle/>
                    <a:p>
                      <a:pPr marL="457200" lvl="1" algn="l" defTabSz="914400" rtl="0" eaLnBrk="1" fontAlgn="b" latinLnBrk="0" hangingPunct="1"/>
                      <a:r>
                        <a:rPr lang="en-US" sz="1400" b="0" i="0" u="none" strike="noStrike" kern="1200" dirty="0">
                          <a:solidFill>
                            <a:srgbClr val="000000"/>
                          </a:solidFill>
                          <a:effectLst/>
                          <a:latin typeface="Arial" panose="020B0604020202020204" pitchFamily="34" charset="0"/>
                          <a:ea typeface="+mn-ea"/>
                          <a:cs typeface="Arial" panose="020B0604020202020204" pitchFamily="34" charset="0"/>
                        </a:rPr>
                        <a:t>City</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4675073"/>
                  </a:ext>
                </a:extLst>
              </a:tr>
              <a:tr h="355600">
                <a:tc>
                  <a:txBody>
                    <a:bodyPr/>
                    <a:lstStyle/>
                    <a:p>
                      <a:pPr marL="457200" lvl="1" algn="l" defTabSz="914400" rtl="0" eaLnBrk="1" fontAlgn="b" latinLnBrk="0" hangingPunct="1"/>
                      <a:r>
                        <a:rPr lang="en-US" sz="1400" b="0" i="0" u="none" strike="noStrike" kern="1200" dirty="0">
                          <a:solidFill>
                            <a:srgbClr val="000000"/>
                          </a:solidFill>
                          <a:effectLst/>
                          <a:latin typeface="Arial" panose="020B0604020202020204" pitchFamily="34" charset="0"/>
                          <a:ea typeface="+mn-ea"/>
                          <a:cs typeface="Arial" panose="020B0604020202020204" pitchFamily="34" charset="0"/>
                        </a:rPr>
                        <a:t>State</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9132897"/>
                  </a:ext>
                </a:extLst>
              </a:tr>
              <a:tr h="0">
                <a:tc>
                  <a:txBody>
                    <a:bodyPr/>
                    <a:lstStyle/>
                    <a:p>
                      <a:pPr marL="457200" lvl="1" algn="l" defTabSz="914400" rtl="0" eaLnBrk="1" fontAlgn="b" latinLnBrk="0" hangingPunct="1"/>
                      <a:r>
                        <a:rPr lang="en-US" sz="1400" b="0" i="0" u="none" strike="noStrike" kern="1200" dirty="0">
                          <a:solidFill>
                            <a:srgbClr val="000000"/>
                          </a:solidFill>
                          <a:effectLst/>
                          <a:latin typeface="Arial" panose="020B0604020202020204" pitchFamily="34" charset="0"/>
                          <a:ea typeface="+mn-ea"/>
                          <a:cs typeface="Arial" panose="020B0604020202020204" pitchFamily="34" charset="0"/>
                        </a:rPr>
                        <a:t>Birth Date</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4257814565"/>
                  </a:ext>
                </a:extLst>
              </a:tr>
            </a:tbl>
          </a:graphicData>
        </a:graphic>
      </p:graphicFrame>
      <p:graphicFrame>
        <p:nvGraphicFramePr>
          <p:cNvPr id="33" name="Table 32">
            <a:extLst>
              <a:ext uri="{FF2B5EF4-FFF2-40B4-BE49-F238E27FC236}">
                <a16:creationId xmlns:a16="http://schemas.microsoft.com/office/drawing/2014/main" id="{7C96FB55-1A4F-F6FB-6961-BBD1A4BC9730}"/>
              </a:ext>
            </a:extLst>
          </p:cNvPr>
          <p:cNvGraphicFramePr>
            <a:graphicFrameLocks noGrp="1"/>
          </p:cNvGraphicFramePr>
          <p:nvPr>
            <p:extLst>
              <p:ext uri="{D42A27DB-BD31-4B8C-83A1-F6EECF244321}">
                <p14:modId xmlns:p14="http://schemas.microsoft.com/office/powerpoint/2010/main" val="340191316"/>
              </p:ext>
            </p:extLst>
          </p:nvPr>
        </p:nvGraphicFramePr>
        <p:xfrm>
          <a:off x="3317412" y="4459095"/>
          <a:ext cx="2502761" cy="640080"/>
        </p:xfrm>
        <a:graphic>
          <a:graphicData uri="http://schemas.openxmlformats.org/drawingml/2006/table">
            <a:tbl>
              <a:tblPr/>
              <a:tblGrid>
                <a:gridCol w="2502761">
                  <a:extLst>
                    <a:ext uri="{9D8B030D-6E8A-4147-A177-3AD203B41FA5}">
                      <a16:colId xmlns:a16="http://schemas.microsoft.com/office/drawing/2014/main" val="2565963468"/>
                    </a:ext>
                  </a:extLst>
                </a:gridCol>
              </a:tblGrid>
              <a:tr h="3908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latin typeface="Arial" panose="020B0604020202020204" pitchFamily="34" charset="0"/>
                          <a:cs typeface="Arial" panose="020B0604020202020204" pitchFamily="34" charset="0"/>
                        </a:rPr>
                        <a:t>Redundant Variables</a:t>
                      </a:r>
                    </a:p>
                    <a:p>
                      <a:endParaRPr lang="en-US"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2687129396"/>
                  </a:ext>
                </a:extLst>
              </a:tr>
            </a:tbl>
          </a:graphicData>
        </a:graphic>
      </p:graphicFrame>
      <p:graphicFrame>
        <p:nvGraphicFramePr>
          <p:cNvPr id="38" name="Table 37">
            <a:extLst>
              <a:ext uri="{FF2B5EF4-FFF2-40B4-BE49-F238E27FC236}">
                <a16:creationId xmlns:a16="http://schemas.microsoft.com/office/drawing/2014/main" id="{8DD20B55-7190-A8B7-A445-779A5500AB30}"/>
              </a:ext>
            </a:extLst>
          </p:cNvPr>
          <p:cNvGraphicFramePr>
            <a:graphicFrameLocks noGrp="1"/>
          </p:cNvGraphicFramePr>
          <p:nvPr>
            <p:extLst>
              <p:ext uri="{D42A27DB-BD31-4B8C-83A1-F6EECF244321}">
                <p14:modId xmlns:p14="http://schemas.microsoft.com/office/powerpoint/2010/main" val="3163303486"/>
              </p:ext>
            </p:extLst>
          </p:nvPr>
        </p:nvGraphicFramePr>
        <p:xfrm>
          <a:off x="3338762" y="3902433"/>
          <a:ext cx="2502758" cy="346167"/>
        </p:xfrm>
        <a:graphic>
          <a:graphicData uri="http://schemas.openxmlformats.org/drawingml/2006/table">
            <a:tbl>
              <a:tblPr/>
              <a:tblGrid>
                <a:gridCol w="2502758">
                  <a:extLst>
                    <a:ext uri="{9D8B030D-6E8A-4147-A177-3AD203B41FA5}">
                      <a16:colId xmlns:a16="http://schemas.microsoft.com/office/drawing/2014/main" val="2717210145"/>
                    </a:ext>
                  </a:extLst>
                </a:gridCol>
              </a:tblGrid>
              <a:tr h="346167">
                <a:tc>
                  <a:txBody>
                    <a:bodyPr/>
                    <a:lstStyle/>
                    <a:p>
                      <a:r>
                        <a:rPr lang="en-US" sz="1400" dirty="0">
                          <a:latin typeface="Arial" panose="020B0604020202020204" pitchFamily="34" charset="0"/>
                          <a:cs typeface="Arial" panose="020B0604020202020204" pitchFamily="34" charset="0"/>
                        </a:rPr>
                        <a:t>Street Address1</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3917121269"/>
                  </a:ext>
                </a:extLst>
              </a:tr>
            </a:tbl>
          </a:graphicData>
        </a:graphic>
      </p:graphicFrame>
      <p:graphicFrame>
        <p:nvGraphicFramePr>
          <p:cNvPr id="42" name="Table 41">
            <a:extLst>
              <a:ext uri="{FF2B5EF4-FFF2-40B4-BE49-F238E27FC236}">
                <a16:creationId xmlns:a16="http://schemas.microsoft.com/office/drawing/2014/main" id="{5237A397-48B9-6C91-40D9-B436EB0FB059}"/>
              </a:ext>
            </a:extLst>
          </p:cNvPr>
          <p:cNvGraphicFramePr>
            <a:graphicFrameLocks noGrp="1"/>
          </p:cNvGraphicFramePr>
          <p:nvPr>
            <p:extLst>
              <p:ext uri="{D42A27DB-BD31-4B8C-83A1-F6EECF244321}">
                <p14:modId xmlns:p14="http://schemas.microsoft.com/office/powerpoint/2010/main" val="2771660046"/>
              </p:ext>
            </p:extLst>
          </p:nvPr>
        </p:nvGraphicFramePr>
        <p:xfrm>
          <a:off x="594655" y="3117818"/>
          <a:ext cx="2502760" cy="1016000"/>
        </p:xfrm>
        <a:graphic>
          <a:graphicData uri="http://schemas.openxmlformats.org/drawingml/2006/table">
            <a:tbl>
              <a:tblPr/>
              <a:tblGrid>
                <a:gridCol w="2502760">
                  <a:extLst>
                    <a:ext uri="{9D8B030D-6E8A-4147-A177-3AD203B41FA5}">
                      <a16:colId xmlns:a16="http://schemas.microsoft.com/office/drawing/2014/main" val="488986645"/>
                    </a:ext>
                  </a:extLst>
                </a:gridCol>
              </a:tblGrid>
              <a:tr h="355600">
                <a:tc>
                  <a:txBody>
                    <a:bodyPr/>
                    <a:lstStyle/>
                    <a:p>
                      <a:pPr lvl="1" algn="l" fontAlgn="b"/>
                      <a:r>
                        <a:rPr lang="en-US" sz="1400" b="0" i="0" u="none" strike="noStrike" dirty="0">
                          <a:solidFill>
                            <a:srgbClr val="000000"/>
                          </a:solidFill>
                          <a:effectLst/>
                          <a:latin typeface="Arial" panose="020B0604020202020204" pitchFamily="34" charset="0"/>
                          <a:cs typeface="Arial" panose="020B0604020202020204" pitchFamily="34" charset="0"/>
                        </a:rPr>
                        <a:t>Title</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4675073"/>
                  </a:ext>
                </a:extLst>
              </a:tr>
              <a:tr h="355600">
                <a:tc>
                  <a:txBody>
                    <a:bodyPr/>
                    <a:lstStyle/>
                    <a:p>
                      <a:pPr marL="457200" marR="0" lvl="1" indent="0" algn="l" defTabSz="914400"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Arial" panose="020B0604020202020204" pitchFamily="34" charset="0"/>
                          <a:cs typeface="Arial" panose="020B0604020202020204" pitchFamily="34" charset="0"/>
                        </a:rPr>
                        <a:t>Middle Name</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9132897"/>
                  </a:ext>
                </a:extLst>
              </a:tr>
              <a:tr h="0">
                <a:tc>
                  <a:txBody>
                    <a:bodyPr/>
                    <a:lstStyle/>
                    <a:p>
                      <a:pPr lvl="1" algn="l" fontAlgn="b"/>
                      <a:r>
                        <a:rPr lang="en-US" sz="1400" b="0" i="0" u="none" strike="noStrike" dirty="0">
                          <a:solidFill>
                            <a:srgbClr val="000000"/>
                          </a:solidFill>
                          <a:effectLst/>
                          <a:latin typeface="Arial" panose="020B0604020202020204" pitchFamily="34" charset="0"/>
                          <a:cs typeface="Arial" panose="020B0604020202020204" pitchFamily="34" charset="0"/>
                        </a:rPr>
                        <a:t>Suffix</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4257814565"/>
                  </a:ext>
                </a:extLst>
              </a:tr>
            </a:tbl>
          </a:graphicData>
        </a:graphic>
      </p:graphicFrame>
      <p:graphicFrame>
        <p:nvGraphicFramePr>
          <p:cNvPr id="43" name="Table 42">
            <a:extLst>
              <a:ext uri="{FF2B5EF4-FFF2-40B4-BE49-F238E27FC236}">
                <a16:creationId xmlns:a16="http://schemas.microsoft.com/office/drawing/2014/main" id="{D8F6507B-A4AE-EF66-A135-3E46202B46BE}"/>
              </a:ext>
            </a:extLst>
          </p:cNvPr>
          <p:cNvGraphicFramePr>
            <a:graphicFrameLocks noGrp="1"/>
          </p:cNvGraphicFramePr>
          <p:nvPr>
            <p:extLst>
              <p:ext uri="{D42A27DB-BD31-4B8C-83A1-F6EECF244321}">
                <p14:modId xmlns:p14="http://schemas.microsoft.com/office/powerpoint/2010/main" val="251892541"/>
              </p:ext>
            </p:extLst>
          </p:nvPr>
        </p:nvGraphicFramePr>
        <p:xfrm>
          <a:off x="594655" y="2241057"/>
          <a:ext cx="2502761" cy="914400"/>
        </p:xfrm>
        <a:graphic>
          <a:graphicData uri="http://schemas.openxmlformats.org/drawingml/2006/table">
            <a:tbl>
              <a:tblPr/>
              <a:tblGrid>
                <a:gridCol w="2502761">
                  <a:extLst>
                    <a:ext uri="{9D8B030D-6E8A-4147-A177-3AD203B41FA5}">
                      <a16:colId xmlns:a16="http://schemas.microsoft.com/office/drawing/2014/main" val="2565963468"/>
                    </a:ext>
                  </a:extLst>
                </a:gridCol>
              </a:tblGrid>
              <a:tr h="3908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Noise Variables due to Missing Data</a:t>
                      </a:r>
                    </a:p>
                    <a:p>
                      <a:endParaRPr lang="en-US"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2687129396"/>
                  </a:ext>
                </a:extLst>
              </a:tr>
            </a:tbl>
          </a:graphicData>
        </a:graphic>
      </p:graphicFrame>
      <p:graphicFrame>
        <p:nvGraphicFramePr>
          <p:cNvPr id="44" name="Table 43">
            <a:extLst>
              <a:ext uri="{FF2B5EF4-FFF2-40B4-BE49-F238E27FC236}">
                <a16:creationId xmlns:a16="http://schemas.microsoft.com/office/drawing/2014/main" id="{9F0E6E86-C26A-2690-824B-305195C5A588}"/>
              </a:ext>
            </a:extLst>
          </p:cNvPr>
          <p:cNvGraphicFramePr>
            <a:graphicFrameLocks noGrp="1"/>
          </p:cNvGraphicFramePr>
          <p:nvPr>
            <p:extLst>
              <p:ext uri="{D42A27DB-BD31-4B8C-83A1-F6EECF244321}">
                <p14:modId xmlns:p14="http://schemas.microsoft.com/office/powerpoint/2010/main" val="1970240880"/>
              </p:ext>
            </p:extLst>
          </p:nvPr>
        </p:nvGraphicFramePr>
        <p:xfrm>
          <a:off x="594654" y="4133818"/>
          <a:ext cx="2502758" cy="346167"/>
        </p:xfrm>
        <a:graphic>
          <a:graphicData uri="http://schemas.openxmlformats.org/drawingml/2006/table">
            <a:tbl>
              <a:tblPr/>
              <a:tblGrid>
                <a:gridCol w="2502758">
                  <a:extLst>
                    <a:ext uri="{9D8B030D-6E8A-4147-A177-3AD203B41FA5}">
                      <a16:colId xmlns:a16="http://schemas.microsoft.com/office/drawing/2014/main" val="2717210145"/>
                    </a:ext>
                  </a:extLst>
                </a:gridCol>
              </a:tblGrid>
              <a:tr h="346167">
                <a:tc>
                  <a:txBody>
                    <a:bodyPr/>
                    <a:lstStyle/>
                    <a:p>
                      <a:pPr lvl="1" algn="l"/>
                      <a:r>
                        <a:rPr lang="en-US" sz="1400" b="0" i="0" u="none" strike="noStrike" kern="1200" dirty="0">
                          <a:solidFill>
                            <a:srgbClr val="000000"/>
                          </a:solidFill>
                          <a:effectLst/>
                          <a:latin typeface="Arial" panose="020B0604020202020204" pitchFamily="34" charset="0"/>
                          <a:ea typeface="+mn-ea"/>
                          <a:cs typeface="Arial" panose="020B0604020202020204" pitchFamily="34" charset="0"/>
                        </a:rPr>
                        <a:t>Street Address2</a:t>
                      </a:r>
                      <a:endParaRPr lang="en-US" sz="1400" dirty="0">
                        <a:latin typeface="Arial" panose="020B0604020202020204" pitchFamily="34" charset="0"/>
                        <a:cs typeface="Arial" panose="020B0604020202020204" pitchFamily="3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3917121269"/>
                  </a:ext>
                </a:extLst>
              </a:tr>
            </a:tbl>
          </a:graphicData>
        </a:graphic>
      </p:graphicFrame>
      <p:graphicFrame>
        <p:nvGraphicFramePr>
          <p:cNvPr id="45" name="Table 44">
            <a:extLst>
              <a:ext uri="{FF2B5EF4-FFF2-40B4-BE49-F238E27FC236}">
                <a16:creationId xmlns:a16="http://schemas.microsoft.com/office/drawing/2014/main" id="{EAA6291A-6701-B29A-0853-6E7EDD8297D4}"/>
              </a:ext>
            </a:extLst>
          </p:cNvPr>
          <p:cNvGraphicFramePr>
            <a:graphicFrameLocks noGrp="1"/>
          </p:cNvGraphicFramePr>
          <p:nvPr/>
        </p:nvGraphicFramePr>
        <p:xfrm>
          <a:off x="6533040" y="2232458"/>
          <a:ext cx="5520391" cy="640080"/>
        </p:xfrm>
        <a:graphic>
          <a:graphicData uri="http://schemas.openxmlformats.org/drawingml/2006/table">
            <a:tbl>
              <a:tblPr/>
              <a:tblGrid>
                <a:gridCol w="5520391">
                  <a:extLst>
                    <a:ext uri="{9D8B030D-6E8A-4147-A177-3AD203B41FA5}">
                      <a16:colId xmlns:a16="http://schemas.microsoft.com/office/drawing/2014/main" val="813170396"/>
                    </a:ext>
                  </a:extLst>
                </a:gridCol>
              </a:tblGrid>
              <a:tr h="50421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latin typeface="Arial" panose="020B0604020202020204" pitchFamily="34" charset="0"/>
                          <a:cs typeface="Arial" panose="020B0604020202020204" pitchFamily="34" charset="0"/>
                        </a:rPr>
                        <a:t>Predictor Variables</a:t>
                      </a:r>
                    </a:p>
                    <a:p>
                      <a:pPr algn="ctr"/>
                      <a:r>
                        <a:rPr lang="en-US" dirty="0"/>
                        <a:t>                </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2291752166"/>
                  </a:ext>
                </a:extLst>
              </a:tr>
            </a:tbl>
          </a:graphicData>
        </a:graphic>
      </p:graphicFrame>
      <p:graphicFrame>
        <p:nvGraphicFramePr>
          <p:cNvPr id="46" name="Table 11">
            <a:extLst>
              <a:ext uri="{FF2B5EF4-FFF2-40B4-BE49-F238E27FC236}">
                <a16:creationId xmlns:a16="http://schemas.microsoft.com/office/drawing/2014/main" id="{F5ABE4A9-27D6-D200-E431-387117D81A49}"/>
              </a:ext>
            </a:extLst>
          </p:cNvPr>
          <p:cNvGraphicFramePr>
            <a:graphicFrameLocks noGrp="1"/>
          </p:cNvGraphicFramePr>
          <p:nvPr>
            <p:extLst>
              <p:ext uri="{D42A27DB-BD31-4B8C-83A1-F6EECF244321}">
                <p14:modId xmlns:p14="http://schemas.microsoft.com/office/powerpoint/2010/main" val="3331174801"/>
              </p:ext>
            </p:extLst>
          </p:nvPr>
        </p:nvGraphicFramePr>
        <p:xfrm>
          <a:off x="6540843" y="2798507"/>
          <a:ext cx="2735908" cy="2710386"/>
        </p:xfrm>
        <a:graphic>
          <a:graphicData uri="http://schemas.openxmlformats.org/drawingml/2006/table">
            <a:tbl>
              <a:tblPr>
                <a:tableStyleId>{68D230F3-CF80-4859-8CE7-A43EE81993B5}</a:tableStyleId>
              </a:tblPr>
              <a:tblGrid>
                <a:gridCol w="2735908">
                  <a:extLst>
                    <a:ext uri="{9D8B030D-6E8A-4147-A177-3AD203B41FA5}">
                      <a16:colId xmlns:a16="http://schemas.microsoft.com/office/drawing/2014/main" val="1325303913"/>
                    </a:ext>
                  </a:extLst>
                </a:gridCol>
              </a:tblGrid>
              <a:tr h="356585">
                <a:tc>
                  <a:txBody>
                    <a:bodyPr/>
                    <a:lstStyle/>
                    <a:p>
                      <a:pPr algn="l" fontAlgn="b">
                        <a:buNone/>
                      </a:pPr>
                      <a:r>
                        <a:rPr lang="en-US" sz="1400" b="0" i="0" u="none" strike="noStrike" dirty="0">
                          <a:solidFill>
                            <a:srgbClr val="000000"/>
                          </a:solidFill>
                          <a:effectLst/>
                          <a:latin typeface="Arial" panose="020B0604020202020204" pitchFamily="34" charset="0"/>
                          <a:cs typeface="Arial" panose="020B0604020202020204" pitchFamily="34" charset="0"/>
                        </a:rPr>
                        <a:t>Age</a:t>
                      </a:r>
                    </a:p>
                  </a:txBody>
                  <a:tcPr marL="9525" marR="9525" marT="9525" marB="0" anchor="b">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solidFill>
                      <a:schemeClr val="bg1"/>
                    </a:solidFill>
                  </a:tcPr>
                </a:tc>
                <a:extLst>
                  <a:ext uri="{0D108BD9-81ED-4DB2-BD59-A6C34878D82A}">
                    <a16:rowId xmlns:a16="http://schemas.microsoft.com/office/drawing/2014/main" val="1722156460"/>
                  </a:ext>
                </a:extLst>
              </a:tr>
              <a:tr h="409671">
                <a:tc>
                  <a:txBody>
                    <a:bodyPr/>
                    <a:lstStyle/>
                    <a:p>
                      <a:pPr algn="l" fontAlgn="b">
                        <a:buNone/>
                      </a:pPr>
                      <a:r>
                        <a:rPr lang="en-US" sz="1400" b="0" i="0" u="none" strike="noStrike" dirty="0">
                          <a:solidFill>
                            <a:srgbClr val="000000"/>
                          </a:solidFill>
                          <a:effectLst/>
                          <a:latin typeface="Arial" panose="020B0604020202020204" pitchFamily="34" charset="0"/>
                          <a:cs typeface="Arial" panose="020B0604020202020204" pitchFamily="34" charset="0"/>
                        </a:rPr>
                        <a:t>Annual Income</a:t>
                      </a:r>
                    </a:p>
                  </a:txBody>
                  <a:tcPr marL="9525" marR="9525" marT="9525" marB="0" anchor="b">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solidFill>
                      <a:srgbClr val="002060">
                        <a:alpha val="20000"/>
                      </a:srgbClr>
                    </a:solidFill>
                  </a:tcPr>
                </a:tc>
                <a:extLst>
                  <a:ext uri="{0D108BD9-81ED-4DB2-BD59-A6C34878D82A}">
                    <a16:rowId xmlns:a16="http://schemas.microsoft.com/office/drawing/2014/main" val="800933195"/>
                  </a:ext>
                </a:extLst>
              </a:tr>
              <a:tr h="348210">
                <a:tc>
                  <a:txBody>
                    <a:bodyPr/>
                    <a:lstStyle/>
                    <a:p>
                      <a:pPr algn="l" fontAlgn="b">
                        <a:buNone/>
                      </a:pPr>
                      <a:r>
                        <a:rPr lang="en-US" sz="1400" b="0" i="0" u="none" strike="noStrike" dirty="0">
                          <a:solidFill>
                            <a:srgbClr val="000000"/>
                          </a:solidFill>
                          <a:effectLst/>
                          <a:latin typeface="Arial" panose="020B0604020202020204" pitchFamily="34" charset="0"/>
                          <a:cs typeface="Arial" panose="020B0604020202020204" pitchFamily="34" charset="0"/>
                        </a:rPr>
                        <a:t>Education Level</a:t>
                      </a:r>
                    </a:p>
                  </a:txBody>
                  <a:tcPr marL="9525" marR="9525" marT="9525" marB="0" anchor="b">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extLst>
                  <a:ext uri="{0D108BD9-81ED-4DB2-BD59-A6C34878D82A}">
                    <a16:rowId xmlns:a16="http://schemas.microsoft.com/office/drawing/2014/main" val="1858342943"/>
                  </a:ext>
                </a:extLst>
              </a:tr>
              <a:tr h="288324">
                <a:tc>
                  <a:txBody>
                    <a:bodyPr/>
                    <a:lstStyle/>
                    <a:p>
                      <a:pPr algn="l" fontAlgn="b">
                        <a:buNone/>
                      </a:pPr>
                      <a:r>
                        <a:rPr lang="en-US" sz="1400" b="0" i="0" u="none" strike="noStrike" dirty="0">
                          <a:solidFill>
                            <a:srgbClr val="000000"/>
                          </a:solidFill>
                          <a:effectLst/>
                          <a:latin typeface="Arial" panose="020B0604020202020204" pitchFamily="34" charset="0"/>
                          <a:cs typeface="Arial" panose="020B0604020202020204" pitchFamily="34" charset="0"/>
                        </a:rPr>
                        <a:t>Gender</a:t>
                      </a:r>
                    </a:p>
                  </a:txBody>
                  <a:tcPr marL="9525" marR="9525" marT="9525" marB="0" anchor="b">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solidFill>
                      <a:srgbClr val="002060">
                        <a:alpha val="20000"/>
                      </a:srgbClr>
                    </a:solidFill>
                  </a:tcPr>
                </a:tc>
                <a:extLst>
                  <a:ext uri="{0D108BD9-81ED-4DB2-BD59-A6C34878D82A}">
                    <a16:rowId xmlns:a16="http://schemas.microsoft.com/office/drawing/2014/main" val="3553539211"/>
                  </a:ext>
                </a:extLst>
              </a:tr>
              <a:tr h="345989">
                <a:tc>
                  <a:txBody>
                    <a:bodyPr/>
                    <a:lstStyle/>
                    <a:p>
                      <a:pPr algn="l" fontAlgn="b">
                        <a:buNone/>
                      </a:pPr>
                      <a:r>
                        <a:rPr lang="en-US" sz="1400" b="0" i="0" u="none" strike="noStrike" dirty="0">
                          <a:solidFill>
                            <a:srgbClr val="000000"/>
                          </a:solidFill>
                          <a:effectLst/>
                          <a:latin typeface="Arial" panose="020B0604020202020204" pitchFamily="34" charset="0"/>
                          <a:cs typeface="Arial" panose="020B0604020202020204" pitchFamily="34" charset="0"/>
                        </a:rPr>
                        <a:t>Home Owner Status</a:t>
                      </a:r>
                    </a:p>
                  </a:txBody>
                  <a:tcPr marL="9525" marR="9525" marT="9525" marB="0" anchor="b">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extLst>
                  <a:ext uri="{0D108BD9-81ED-4DB2-BD59-A6C34878D82A}">
                    <a16:rowId xmlns:a16="http://schemas.microsoft.com/office/drawing/2014/main" val="546622223"/>
                  </a:ext>
                </a:extLst>
              </a:tr>
              <a:tr h="263611">
                <a:tc>
                  <a:txBody>
                    <a:bodyPr/>
                    <a:lstStyle/>
                    <a:p>
                      <a:pPr algn="l" fontAlgn="b">
                        <a:buNone/>
                      </a:pP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solidFill>
                      <a:srgbClr val="002060">
                        <a:alpha val="20000"/>
                      </a:srgbClr>
                    </a:solidFill>
                  </a:tcPr>
                </a:tc>
                <a:extLst>
                  <a:ext uri="{0D108BD9-81ED-4DB2-BD59-A6C34878D82A}">
                    <a16:rowId xmlns:a16="http://schemas.microsoft.com/office/drawing/2014/main" val="3522389827"/>
                  </a:ext>
                </a:extLst>
              </a:tr>
              <a:tr h="288325">
                <a:tc>
                  <a:txBody>
                    <a:bodyPr/>
                    <a:lstStyle/>
                    <a:p>
                      <a:pPr algn="l" fontAlgn="b">
                        <a:buNone/>
                      </a:pP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extLst>
                  <a:ext uri="{0D108BD9-81ED-4DB2-BD59-A6C34878D82A}">
                    <a16:rowId xmlns:a16="http://schemas.microsoft.com/office/drawing/2014/main" val="758564668"/>
                  </a:ext>
                </a:extLst>
              </a:tr>
              <a:tr h="409671">
                <a:tc>
                  <a:txBody>
                    <a:bodyPr/>
                    <a:lstStyle/>
                    <a:p>
                      <a:pPr algn="l" fontAlgn="b">
                        <a:buNone/>
                      </a:pP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solidFill>
                      <a:srgbClr val="002060">
                        <a:alpha val="20000"/>
                      </a:srgbClr>
                    </a:solidFill>
                  </a:tcPr>
                </a:tc>
                <a:extLst>
                  <a:ext uri="{0D108BD9-81ED-4DB2-BD59-A6C34878D82A}">
                    <a16:rowId xmlns:a16="http://schemas.microsoft.com/office/drawing/2014/main" val="2755532865"/>
                  </a:ext>
                </a:extLst>
              </a:tr>
            </a:tbl>
          </a:graphicData>
        </a:graphic>
      </p:graphicFrame>
      <p:graphicFrame>
        <p:nvGraphicFramePr>
          <p:cNvPr id="47" name="Table 11">
            <a:extLst>
              <a:ext uri="{FF2B5EF4-FFF2-40B4-BE49-F238E27FC236}">
                <a16:creationId xmlns:a16="http://schemas.microsoft.com/office/drawing/2014/main" id="{CBCFDC86-9D1F-A70E-12CF-7003A15B2ACA}"/>
              </a:ext>
            </a:extLst>
          </p:cNvPr>
          <p:cNvGraphicFramePr>
            <a:graphicFrameLocks noGrp="1"/>
          </p:cNvGraphicFramePr>
          <p:nvPr>
            <p:extLst>
              <p:ext uri="{D42A27DB-BD31-4B8C-83A1-F6EECF244321}">
                <p14:modId xmlns:p14="http://schemas.microsoft.com/office/powerpoint/2010/main" val="2498375665"/>
              </p:ext>
            </p:extLst>
          </p:nvPr>
        </p:nvGraphicFramePr>
        <p:xfrm>
          <a:off x="9276751" y="2803345"/>
          <a:ext cx="2795275" cy="2679443"/>
        </p:xfrm>
        <a:graphic>
          <a:graphicData uri="http://schemas.openxmlformats.org/drawingml/2006/table">
            <a:tbl>
              <a:tblPr>
                <a:tableStyleId>{68D230F3-CF80-4859-8CE7-A43EE81993B5}</a:tableStyleId>
              </a:tblPr>
              <a:tblGrid>
                <a:gridCol w="2795275">
                  <a:extLst>
                    <a:ext uri="{9D8B030D-6E8A-4147-A177-3AD203B41FA5}">
                      <a16:colId xmlns:a16="http://schemas.microsoft.com/office/drawing/2014/main" val="1325303913"/>
                    </a:ext>
                  </a:extLst>
                </a:gridCol>
              </a:tblGrid>
              <a:tr h="381298">
                <a:tc>
                  <a:txBody>
                    <a:bodyPr/>
                    <a:lstStyle/>
                    <a:p>
                      <a:pPr marL="0" algn="l" defTabSz="914400" rtl="0" eaLnBrk="1" fontAlgn="b" latinLnBrk="0" hangingPunct="1">
                        <a:buNone/>
                      </a:pPr>
                      <a:r>
                        <a:rPr lang="en-US" sz="1400" b="0" i="0" u="none" strike="noStrike" kern="1200" dirty="0">
                          <a:solidFill>
                            <a:srgbClr val="000000"/>
                          </a:solidFill>
                          <a:effectLst/>
                          <a:latin typeface="Arial" panose="020B0604020202020204" pitchFamily="34" charset="0"/>
                          <a:ea typeface="+mn-ea"/>
                          <a:cs typeface="Arial" panose="020B0604020202020204" pitchFamily="34" charset="0"/>
                        </a:rPr>
                        <a:t>Marital Status</a:t>
                      </a:r>
                    </a:p>
                  </a:txBody>
                  <a:tcPr marL="9525" marR="9525" marT="9525" marB="0" anchor="b">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solidFill>
                      <a:schemeClr val="bg1"/>
                    </a:solidFill>
                  </a:tcPr>
                </a:tc>
                <a:extLst>
                  <a:ext uri="{0D108BD9-81ED-4DB2-BD59-A6C34878D82A}">
                    <a16:rowId xmlns:a16="http://schemas.microsoft.com/office/drawing/2014/main" val="1722156460"/>
                  </a:ext>
                </a:extLst>
              </a:tr>
              <a:tr h="403654">
                <a:tc>
                  <a:txBody>
                    <a:bodyPr/>
                    <a:lstStyle/>
                    <a:p>
                      <a:pPr marL="0" algn="l" defTabSz="914400" rtl="0" eaLnBrk="1" fontAlgn="b" latinLnBrk="0" hangingPunct="1">
                        <a:buNone/>
                      </a:pPr>
                      <a:r>
                        <a:rPr lang="en-US" sz="1400" b="0" i="0" u="none" strike="noStrike" kern="1200" dirty="0">
                          <a:solidFill>
                            <a:srgbClr val="000000"/>
                          </a:solidFill>
                          <a:effectLst/>
                          <a:latin typeface="Arial" panose="020B0604020202020204" pitchFamily="34" charset="0"/>
                          <a:ea typeface="+mn-ea"/>
                          <a:cs typeface="Arial" panose="020B0604020202020204" pitchFamily="34" charset="0"/>
                        </a:rPr>
                        <a:t>Number of Cars Owned</a:t>
                      </a:r>
                    </a:p>
                  </a:txBody>
                  <a:tcPr marL="9525" marR="9525" marT="9525" marB="0" anchor="b">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solidFill>
                      <a:srgbClr val="002060">
                        <a:alpha val="20000"/>
                      </a:srgbClr>
                    </a:solidFill>
                  </a:tcPr>
                </a:tc>
                <a:extLst>
                  <a:ext uri="{0D108BD9-81ED-4DB2-BD59-A6C34878D82A}">
                    <a16:rowId xmlns:a16="http://schemas.microsoft.com/office/drawing/2014/main" val="800933195"/>
                  </a:ext>
                </a:extLst>
              </a:tr>
              <a:tr h="321276">
                <a:tc>
                  <a:txBody>
                    <a:bodyPr/>
                    <a:lstStyle/>
                    <a:p>
                      <a:pPr marL="0" algn="l" defTabSz="914400" rtl="0" eaLnBrk="1" fontAlgn="b" latinLnBrk="0" hangingPunct="1">
                        <a:buNone/>
                      </a:pPr>
                      <a:r>
                        <a:rPr lang="en-US" sz="1400" b="0" i="0" u="none" strike="noStrike" kern="1200" dirty="0">
                          <a:solidFill>
                            <a:srgbClr val="000000"/>
                          </a:solidFill>
                          <a:effectLst/>
                          <a:latin typeface="Arial" panose="020B0604020202020204" pitchFamily="34" charset="0"/>
                          <a:ea typeface="+mn-ea"/>
                          <a:cs typeface="Arial" panose="020B0604020202020204" pitchFamily="34" charset="0"/>
                        </a:rPr>
                        <a:t>Number of Children At Home</a:t>
                      </a:r>
                    </a:p>
                  </a:txBody>
                  <a:tcPr marL="9525" marR="9525" marT="9525" marB="0" anchor="b">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extLst>
                  <a:ext uri="{0D108BD9-81ED-4DB2-BD59-A6C34878D82A}">
                    <a16:rowId xmlns:a16="http://schemas.microsoft.com/office/drawing/2014/main" val="1858342943"/>
                  </a:ext>
                </a:extLst>
              </a:tr>
              <a:tr h="296562">
                <a:tc>
                  <a:txBody>
                    <a:bodyPr/>
                    <a:lstStyle/>
                    <a:p>
                      <a:pPr marL="0" algn="l" defTabSz="914400" rtl="0" eaLnBrk="1" fontAlgn="b" latinLnBrk="0" hangingPunct="1">
                        <a:buNone/>
                      </a:pPr>
                      <a:r>
                        <a:rPr lang="en-US" sz="1400" b="0" i="0" u="none" strike="noStrike" kern="1200">
                          <a:solidFill>
                            <a:srgbClr val="000000"/>
                          </a:solidFill>
                          <a:effectLst/>
                          <a:latin typeface="Arial" panose="020B0604020202020204" pitchFamily="34" charset="0"/>
                          <a:ea typeface="+mn-ea"/>
                          <a:cs typeface="Arial" panose="020B0604020202020204" pitchFamily="34" charset="0"/>
                        </a:rPr>
                        <a:t>Occupation</a:t>
                      </a:r>
                    </a:p>
                  </a:txBody>
                  <a:tcPr marL="9525" marR="9525" marT="9525" marB="0" anchor="b">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solidFill>
                      <a:srgbClr val="002060">
                        <a:alpha val="20000"/>
                      </a:srgbClr>
                    </a:solidFill>
                  </a:tcPr>
                </a:tc>
                <a:extLst>
                  <a:ext uri="{0D108BD9-81ED-4DB2-BD59-A6C34878D82A}">
                    <a16:rowId xmlns:a16="http://schemas.microsoft.com/office/drawing/2014/main" val="3553539211"/>
                  </a:ext>
                </a:extLst>
              </a:tr>
              <a:tr h="345989">
                <a:tc>
                  <a:txBody>
                    <a:bodyPr/>
                    <a:lstStyle/>
                    <a:p>
                      <a:pPr marL="0" algn="l" defTabSz="914400" rtl="0" eaLnBrk="1" fontAlgn="b" latinLnBrk="0" hangingPunct="1">
                        <a:buNone/>
                      </a:pPr>
                      <a:r>
                        <a:rPr lang="en-US" sz="1400" b="0" i="0" u="none" strike="noStrike" kern="1200" dirty="0">
                          <a:solidFill>
                            <a:srgbClr val="000000"/>
                          </a:solidFill>
                          <a:effectLst/>
                          <a:latin typeface="Arial" panose="020B0604020202020204" pitchFamily="34" charset="0"/>
                          <a:ea typeface="+mn-ea"/>
                          <a:cs typeface="Arial" panose="020B0604020202020204" pitchFamily="34" charset="0"/>
                        </a:rPr>
                        <a:t>ZipCode</a:t>
                      </a:r>
                    </a:p>
                  </a:txBody>
                  <a:tcPr marL="9525" marR="9525" marT="9525" marB="0" anchor="b">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extLst>
                  <a:ext uri="{0D108BD9-81ED-4DB2-BD59-A6C34878D82A}">
                    <a16:rowId xmlns:a16="http://schemas.microsoft.com/office/drawing/2014/main" val="546622223"/>
                  </a:ext>
                </a:extLst>
              </a:tr>
              <a:tr h="247136">
                <a:tc>
                  <a:txBody>
                    <a:bodyPr/>
                    <a:lstStyle/>
                    <a:p>
                      <a:pPr marL="0" lvl="1" algn="l" defTabSz="914400" rtl="0" eaLnBrk="1" fontAlgn="b" latinLnBrk="0" hangingPunct="1">
                        <a:buNone/>
                      </a:pPr>
                      <a:r>
                        <a:rPr lang="en-US" sz="1400" b="0" i="0" u="none" strike="noStrike" kern="1200" dirty="0">
                          <a:solidFill>
                            <a:srgbClr val="000000"/>
                          </a:solidFill>
                          <a:effectLst/>
                          <a:latin typeface="Arial" panose="020B0604020202020204" pitchFamily="34" charset="0"/>
                          <a:ea typeface="+mn-ea"/>
                          <a:cs typeface="Arial" panose="020B0604020202020204" pitchFamily="34" charset="0"/>
                        </a:rPr>
                        <a:t>Total Number of Children</a:t>
                      </a:r>
                    </a:p>
                  </a:txBody>
                  <a:tcPr marL="9525" marR="9525" marT="9525"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solidFill>
                      <a:srgbClr val="002060">
                        <a:alpha val="20000"/>
                      </a:srgbClr>
                    </a:solidFill>
                  </a:tcPr>
                </a:tc>
                <a:extLst>
                  <a:ext uri="{0D108BD9-81ED-4DB2-BD59-A6C34878D82A}">
                    <a16:rowId xmlns:a16="http://schemas.microsoft.com/office/drawing/2014/main" val="3522389827"/>
                  </a:ext>
                </a:extLst>
              </a:tr>
              <a:tr h="273857">
                <a:tc>
                  <a:txBody>
                    <a:bodyPr/>
                    <a:lstStyle/>
                    <a:p>
                      <a:pPr marL="457200" marR="0" lvl="1" indent="0" algn="l" defTabSz="914400" rtl="0" eaLnBrk="1" fontAlgn="b" latinLnBrk="0" hangingPunct="1">
                        <a:lnSpc>
                          <a:spcPct val="100000"/>
                        </a:lnSpc>
                        <a:spcBef>
                          <a:spcPts val="0"/>
                        </a:spcBef>
                        <a:spcAft>
                          <a:spcPts val="0"/>
                        </a:spcAft>
                        <a:buClrTx/>
                        <a:buSzTx/>
                        <a:buFontTx/>
                        <a:buNone/>
                        <a:tabLst/>
                        <a:defRPr/>
                      </a:pP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extLst>
                  <a:ext uri="{0D108BD9-81ED-4DB2-BD59-A6C34878D82A}">
                    <a16:rowId xmlns:a16="http://schemas.microsoft.com/office/drawing/2014/main" val="758564668"/>
                  </a:ext>
                </a:extLst>
              </a:tr>
              <a:tr h="409671">
                <a:tc>
                  <a:txBody>
                    <a:bodyPr/>
                    <a:lstStyle/>
                    <a:p>
                      <a:pPr algn="l" fontAlgn="b"/>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solidFill>
                      <a:srgbClr val="002060">
                        <a:alpha val="20000"/>
                      </a:srgbClr>
                    </a:solidFill>
                  </a:tcPr>
                </a:tc>
                <a:extLst>
                  <a:ext uri="{0D108BD9-81ED-4DB2-BD59-A6C34878D82A}">
                    <a16:rowId xmlns:a16="http://schemas.microsoft.com/office/drawing/2014/main" val="2755532865"/>
                  </a:ext>
                </a:extLst>
              </a:tr>
            </a:tbl>
          </a:graphicData>
        </a:graphic>
      </p:graphicFrame>
    </p:spTree>
    <p:extLst>
      <p:ext uri="{BB962C8B-B14F-4D97-AF65-F5344CB8AC3E}">
        <p14:creationId xmlns:p14="http://schemas.microsoft.com/office/powerpoint/2010/main" val="2787920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C5E517-858D-9DED-16C7-0F55C095DB1F}"/>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BD29CE0C-C943-C9D3-489C-1B936EF1E496}"/>
              </a:ext>
            </a:extLst>
          </p:cNvPr>
          <p:cNvSpPr>
            <a:spLocks noGrp="1"/>
          </p:cNvSpPr>
          <p:nvPr>
            <p:ph type="title"/>
          </p:nvPr>
        </p:nvSpPr>
        <p:spPr>
          <a:xfrm>
            <a:off x="716280" y="281840"/>
            <a:ext cx="10058400" cy="627797"/>
          </a:xfrm>
        </p:spPr>
        <p:txBody>
          <a:bodyPr>
            <a:normAutofit fontScale="90000"/>
          </a:bodyPr>
          <a:lstStyle/>
          <a:p>
            <a:r>
              <a:rPr lang="en-US" b="1" dirty="0"/>
              <a:t>Exploratory Data Analysis (contd..)</a:t>
            </a:r>
          </a:p>
        </p:txBody>
      </p:sp>
      <p:cxnSp>
        <p:nvCxnSpPr>
          <p:cNvPr id="4" name="Straight Connector 3">
            <a:extLst>
              <a:ext uri="{FF2B5EF4-FFF2-40B4-BE49-F238E27FC236}">
                <a16:creationId xmlns:a16="http://schemas.microsoft.com/office/drawing/2014/main" id="{D6E794D1-5D23-2E50-C5A4-E3A0C7DEE62B}"/>
              </a:ext>
            </a:extLst>
          </p:cNvPr>
          <p:cNvCxnSpPr>
            <a:cxnSpLocks/>
          </p:cNvCxnSpPr>
          <p:nvPr/>
        </p:nvCxnSpPr>
        <p:spPr>
          <a:xfrm>
            <a:off x="6350480" y="2031120"/>
            <a:ext cx="0" cy="4223894"/>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94377FA2-3E80-E35E-2AF9-ADD57B9E71B3}"/>
              </a:ext>
            </a:extLst>
          </p:cNvPr>
          <p:cNvCxnSpPr>
            <a:cxnSpLocks/>
          </p:cNvCxnSpPr>
          <p:nvPr/>
        </p:nvCxnSpPr>
        <p:spPr>
          <a:xfrm>
            <a:off x="546217" y="2031120"/>
            <a:ext cx="11225280" cy="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graphicFrame>
        <p:nvGraphicFramePr>
          <p:cNvPr id="13" name="Table 12">
            <a:extLst>
              <a:ext uri="{FF2B5EF4-FFF2-40B4-BE49-F238E27FC236}">
                <a16:creationId xmlns:a16="http://schemas.microsoft.com/office/drawing/2014/main" id="{6C65A240-7AAA-17B1-C853-502F206A08C4}"/>
              </a:ext>
            </a:extLst>
          </p:cNvPr>
          <p:cNvGraphicFramePr>
            <a:graphicFrameLocks noGrp="1"/>
          </p:cNvGraphicFramePr>
          <p:nvPr>
            <p:extLst>
              <p:ext uri="{D42A27DB-BD31-4B8C-83A1-F6EECF244321}">
                <p14:modId xmlns:p14="http://schemas.microsoft.com/office/powerpoint/2010/main" val="2019344257"/>
              </p:ext>
            </p:extLst>
          </p:nvPr>
        </p:nvGraphicFramePr>
        <p:xfrm>
          <a:off x="562701" y="1499746"/>
          <a:ext cx="5195547" cy="408622"/>
        </p:xfrm>
        <a:graphic>
          <a:graphicData uri="http://schemas.openxmlformats.org/drawingml/2006/table">
            <a:tbl>
              <a:tblPr firstRow="1" bandRow="1">
                <a:tableStyleId>{616DA210-FB5B-4158-B5E0-FEB733F419BA}</a:tableStyleId>
              </a:tblPr>
              <a:tblGrid>
                <a:gridCol w="2608516">
                  <a:extLst>
                    <a:ext uri="{9D8B030D-6E8A-4147-A177-3AD203B41FA5}">
                      <a16:colId xmlns:a16="http://schemas.microsoft.com/office/drawing/2014/main" val="2338264504"/>
                    </a:ext>
                  </a:extLst>
                </a:gridCol>
                <a:gridCol w="2587031">
                  <a:extLst>
                    <a:ext uri="{9D8B030D-6E8A-4147-A177-3AD203B41FA5}">
                      <a16:colId xmlns:a16="http://schemas.microsoft.com/office/drawing/2014/main" val="1377146565"/>
                    </a:ext>
                  </a:extLst>
                </a:gridCol>
              </a:tblGrid>
              <a:tr h="408622">
                <a:tc>
                  <a:txBody>
                    <a:bodyPr/>
                    <a:lstStyle/>
                    <a:p>
                      <a:pPr marL="0" algn="l" defTabSz="914400" rtl="0" eaLnBrk="1" latinLnBrk="0" hangingPunct="1"/>
                      <a:r>
                        <a:rPr lang="en-US" sz="1800" b="1" kern="1200" dirty="0">
                          <a:solidFill>
                            <a:schemeClr val="tx1"/>
                          </a:solidFill>
                          <a:latin typeface="Arial" panose="020B0604020202020204" pitchFamily="34" charset="0"/>
                          <a:ea typeface="+mn-ea"/>
                          <a:cs typeface="Arial" panose="020B0604020202020204" pitchFamily="34" charset="0"/>
                        </a:rPr>
                        <a:t>Dependent</a:t>
                      </a:r>
                      <a:r>
                        <a:rPr lang="en-US" sz="1800" b="0" kern="1200" dirty="0">
                          <a:solidFill>
                            <a:schemeClr val="tx1"/>
                          </a:solidFill>
                          <a:latin typeface="+mn-lt"/>
                          <a:ea typeface="+mn-ea"/>
                          <a:cs typeface="Arial" panose="020B0604020202020204" pitchFamily="34" charset="0"/>
                        </a:rPr>
                        <a:t> </a:t>
                      </a:r>
                      <a:r>
                        <a:rPr lang="en-US" sz="1800" b="1" kern="1200" dirty="0">
                          <a:solidFill>
                            <a:schemeClr val="tx1"/>
                          </a:solidFill>
                          <a:latin typeface="Arial" panose="020B0604020202020204" pitchFamily="34" charset="0"/>
                          <a:ea typeface="+mn-ea"/>
                          <a:cs typeface="Arial" panose="020B0604020202020204" pitchFamily="34" charset="0"/>
                        </a:rPr>
                        <a:t>Variable 2</a:t>
                      </a:r>
                    </a:p>
                  </a:txBody>
                  <a:tcPr/>
                </a:tc>
                <a:tc>
                  <a:txBody>
                    <a:bodyPr/>
                    <a:lstStyle/>
                    <a:p>
                      <a:pPr algn="l" fontAlgn="b">
                        <a:buNone/>
                      </a:pPr>
                      <a:r>
                        <a:rPr lang="en-US" sz="1400" b="0" i="0" u="none" strike="noStrike" dirty="0">
                          <a:solidFill>
                            <a:srgbClr val="000000"/>
                          </a:solidFill>
                          <a:effectLst/>
                          <a:latin typeface="Arial" panose="020B0604020202020204" pitchFamily="34" charset="0"/>
                          <a:cs typeface="Arial" panose="020B0604020202020204" pitchFamily="34" charset="0"/>
                        </a:rPr>
                        <a:t>eBook Subscriber Flag</a:t>
                      </a:r>
                    </a:p>
                  </a:txBody>
                  <a:tcPr/>
                </a:tc>
                <a:extLst>
                  <a:ext uri="{0D108BD9-81ED-4DB2-BD59-A6C34878D82A}">
                    <a16:rowId xmlns:a16="http://schemas.microsoft.com/office/drawing/2014/main" val="1390280787"/>
                  </a:ext>
                </a:extLst>
              </a:tr>
            </a:tbl>
          </a:graphicData>
        </a:graphic>
      </p:graphicFrame>
      <p:sp>
        <p:nvSpPr>
          <p:cNvPr id="6" name="Rounded Rectangle 529">
            <a:extLst>
              <a:ext uri="{FF2B5EF4-FFF2-40B4-BE49-F238E27FC236}">
                <a16:creationId xmlns:a16="http://schemas.microsoft.com/office/drawing/2014/main" id="{AAFD76E2-EBC7-C842-02FB-19A6DA9A8DD6}"/>
              </a:ext>
            </a:extLst>
          </p:cNvPr>
          <p:cNvSpPr/>
          <p:nvPr/>
        </p:nvSpPr>
        <p:spPr>
          <a:xfrm>
            <a:off x="562701" y="990969"/>
            <a:ext cx="10989220" cy="408623"/>
          </a:xfrm>
          <a:prstGeom prst="roundRect">
            <a:avLst/>
          </a:prstGeom>
          <a:ln>
            <a:solidFill>
              <a:schemeClr val="accent2"/>
            </a:solidFill>
          </a:ln>
        </p:spPr>
        <p:txBody>
          <a:bodyPr wrap="square">
            <a:spAutoFit/>
          </a:bodyPr>
          <a:lstStyle/>
          <a:p>
            <a:pPr algn="ctr"/>
            <a:r>
              <a:rPr lang="en-US" b="1" i="1" dirty="0">
                <a:solidFill>
                  <a:schemeClr val="dk1"/>
                </a:solidFill>
                <a:latin typeface="+mj-lt"/>
                <a:ea typeface="Calibri"/>
                <a:cs typeface="Arial" panose="020B0604020202020204" pitchFamily="34" charset="0"/>
                <a:sym typeface="Calibri"/>
              </a:rPr>
              <a:t>Features Categories for Dependent Variable 2</a:t>
            </a:r>
            <a:endParaRPr lang="en-US" sz="1400" b="1" i="1" dirty="0">
              <a:latin typeface="+mj-lt"/>
              <a:cs typeface="Arial" panose="020B0604020202020204" pitchFamily="34" charset="0"/>
            </a:endParaRPr>
          </a:p>
        </p:txBody>
      </p:sp>
      <p:graphicFrame>
        <p:nvGraphicFramePr>
          <p:cNvPr id="23" name="Table 22">
            <a:extLst>
              <a:ext uri="{FF2B5EF4-FFF2-40B4-BE49-F238E27FC236}">
                <a16:creationId xmlns:a16="http://schemas.microsoft.com/office/drawing/2014/main" id="{72FAE490-69C9-3DA6-AD32-2FE466A3D035}"/>
              </a:ext>
            </a:extLst>
          </p:cNvPr>
          <p:cNvGraphicFramePr>
            <a:graphicFrameLocks noGrp="1"/>
          </p:cNvGraphicFramePr>
          <p:nvPr/>
        </p:nvGraphicFramePr>
        <p:xfrm>
          <a:off x="6533040" y="2232458"/>
          <a:ext cx="5520391" cy="640080"/>
        </p:xfrm>
        <a:graphic>
          <a:graphicData uri="http://schemas.openxmlformats.org/drawingml/2006/table">
            <a:tbl>
              <a:tblPr/>
              <a:tblGrid>
                <a:gridCol w="5520391">
                  <a:extLst>
                    <a:ext uri="{9D8B030D-6E8A-4147-A177-3AD203B41FA5}">
                      <a16:colId xmlns:a16="http://schemas.microsoft.com/office/drawing/2014/main" val="813170396"/>
                    </a:ext>
                  </a:extLst>
                </a:gridCol>
              </a:tblGrid>
              <a:tr h="50421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latin typeface="Arial" panose="020B0604020202020204" pitchFamily="34" charset="0"/>
                          <a:cs typeface="Arial" panose="020B0604020202020204" pitchFamily="34" charset="0"/>
                        </a:rPr>
                        <a:t>Predictor Variables</a:t>
                      </a:r>
                    </a:p>
                    <a:p>
                      <a:pPr algn="ctr"/>
                      <a:r>
                        <a:rPr lang="en-US" dirty="0"/>
                        <a:t>                </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2291752166"/>
                  </a:ext>
                </a:extLst>
              </a:tr>
            </a:tbl>
          </a:graphicData>
        </a:graphic>
      </p:graphicFrame>
      <p:graphicFrame>
        <p:nvGraphicFramePr>
          <p:cNvPr id="27" name="Table 11">
            <a:extLst>
              <a:ext uri="{FF2B5EF4-FFF2-40B4-BE49-F238E27FC236}">
                <a16:creationId xmlns:a16="http://schemas.microsoft.com/office/drawing/2014/main" id="{5189E9A8-50AC-348E-EAAB-09F2DE565FA2}"/>
              </a:ext>
            </a:extLst>
          </p:cNvPr>
          <p:cNvGraphicFramePr>
            <a:graphicFrameLocks noGrp="1"/>
          </p:cNvGraphicFramePr>
          <p:nvPr>
            <p:extLst>
              <p:ext uri="{D42A27DB-BD31-4B8C-83A1-F6EECF244321}">
                <p14:modId xmlns:p14="http://schemas.microsoft.com/office/powerpoint/2010/main" val="503480948"/>
              </p:ext>
            </p:extLst>
          </p:nvPr>
        </p:nvGraphicFramePr>
        <p:xfrm>
          <a:off x="6540843" y="2798507"/>
          <a:ext cx="2735908" cy="2710386"/>
        </p:xfrm>
        <a:graphic>
          <a:graphicData uri="http://schemas.openxmlformats.org/drawingml/2006/table">
            <a:tbl>
              <a:tblPr>
                <a:tableStyleId>{68D230F3-CF80-4859-8CE7-A43EE81993B5}</a:tableStyleId>
              </a:tblPr>
              <a:tblGrid>
                <a:gridCol w="2735908">
                  <a:extLst>
                    <a:ext uri="{9D8B030D-6E8A-4147-A177-3AD203B41FA5}">
                      <a16:colId xmlns:a16="http://schemas.microsoft.com/office/drawing/2014/main" val="1325303913"/>
                    </a:ext>
                  </a:extLst>
                </a:gridCol>
              </a:tblGrid>
              <a:tr h="356585">
                <a:tc>
                  <a:txBody>
                    <a:bodyPr/>
                    <a:lstStyle/>
                    <a:p>
                      <a:pPr algn="l" fontAlgn="b">
                        <a:buNone/>
                      </a:pPr>
                      <a:r>
                        <a:rPr lang="en-US" sz="1400" b="0" i="0" u="none" strike="noStrike" dirty="0">
                          <a:solidFill>
                            <a:srgbClr val="000000"/>
                          </a:solidFill>
                          <a:effectLst/>
                          <a:latin typeface="Arial" panose="020B0604020202020204" pitchFamily="34" charset="0"/>
                          <a:cs typeface="Arial" panose="020B0604020202020204" pitchFamily="34" charset="0"/>
                        </a:rPr>
                        <a:t>Age</a:t>
                      </a:r>
                    </a:p>
                  </a:txBody>
                  <a:tcPr marL="9525" marR="9525" marT="9525" marB="0" anchor="b">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solidFill>
                      <a:schemeClr val="bg1"/>
                    </a:solidFill>
                  </a:tcPr>
                </a:tc>
                <a:extLst>
                  <a:ext uri="{0D108BD9-81ED-4DB2-BD59-A6C34878D82A}">
                    <a16:rowId xmlns:a16="http://schemas.microsoft.com/office/drawing/2014/main" val="1722156460"/>
                  </a:ext>
                </a:extLst>
              </a:tr>
              <a:tr h="409671">
                <a:tc>
                  <a:txBody>
                    <a:bodyPr/>
                    <a:lstStyle/>
                    <a:p>
                      <a:pPr algn="l" fontAlgn="b">
                        <a:buNone/>
                      </a:pPr>
                      <a:r>
                        <a:rPr lang="en-US" sz="1400" b="0" i="0" u="none" strike="noStrike" dirty="0">
                          <a:solidFill>
                            <a:srgbClr val="000000"/>
                          </a:solidFill>
                          <a:effectLst/>
                          <a:latin typeface="Arial" panose="020B0604020202020204" pitchFamily="34" charset="0"/>
                          <a:cs typeface="Arial" panose="020B0604020202020204" pitchFamily="34" charset="0"/>
                        </a:rPr>
                        <a:t>Annual Income</a:t>
                      </a:r>
                    </a:p>
                  </a:txBody>
                  <a:tcPr marL="9525" marR="9525" marT="9525" marB="0" anchor="b">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solidFill>
                      <a:srgbClr val="002060">
                        <a:alpha val="20000"/>
                      </a:srgbClr>
                    </a:solidFill>
                  </a:tcPr>
                </a:tc>
                <a:extLst>
                  <a:ext uri="{0D108BD9-81ED-4DB2-BD59-A6C34878D82A}">
                    <a16:rowId xmlns:a16="http://schemas.microsoft.com/office/drawing/2014/main" val="800933195"/>
                  </a:ext>
                </a:extLst>
              </a:tr>
              <a:tr h="348210">
                <a:tc>
                  <a:txBody>
                    <a:bodyPr/>
                    <a:lstStyle/>
                    <a:p>
                      <a:pPr algn="l" fontAlgn="b">
                        <a:buNone/>
                      </a:pPr>
                      <a:r>
                        <a:rPr lang="en-US" sz="1400" b="0" i="0" u="none" strike="noStrike" dirty="0">
                          <a:solidFill>
                            <a:srgbClr val="000000"/>
                          </a:solidFill>
                          <a:effectLst/>
                          <a:latin typeface="Arial" panose="020B0604020202020204" pitchFamily="34" charset="0"/>
                          <a:cs typeface="Arial" panose="020B0604020202020204" pitchFamily="34" charset="0"/>
                        </a:rPr>
                        <a:t>Education Level</a:t>
                      </a:r>
                    </a:p>
                  </a:txBody>
                  <a:tcPr marL="9525" marR="9525" marT="9525" marB="0" anchor="b">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extLst>
                  <a:ext uri="{0D108BD9-81ED-4DB2-BD59-A6C34878D82A}">
                    <a16:rowId xmlns:a16="http://schemas.microsoft.com/office/drawing/2014/main" val="1858342943"/>
                  </a:ext>
                </a:extLst>
              </a:tr>
              <a:tr h="288324">
                <a:tc>
                  <a:txBody>
                    <a:bodyPr/>
                    <a:lstStyle/>
                    <a:p>
                      <a:pPr algn="l" fontAlgn="b">
                        <a:buNone/>
                      </a:pPr>
                      <a:r>
                        <a:rPr lang="en-US" sz="1400" b="0" i="0" u="none" strike="noStrike" dirty="0">
                          <a:solidFill>
                            <a:srgbClr val="000000"/>
                          </a:solidFill>
                          <a:effectLst/>
                          <a:latin typeface="Arial" panose="020B0604020202020204" pitchFamily="34" charset="0"/>
                          <a:cs typeface="Arial" panose="020B0604020202020204" pitchFamily="34" charset="0"/>
                        </a:rPr>
                        <a:t>Gender</a:t>
                      </a:r>
                    </a:p>
                  </a:txBody>
                  <a:tcPr marL="9525" marR="9525" marT="9525" marB="0" anchor="b">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solidFill>
                      <a:srgbClr val="002060">
                        <a:alpha val="20000"/>
                      </a:srgbClr>
                    </a:solidFill>
                  </a:tcPr>
                </a:tc>
                <a:extLst>
                  <a:ext uri="{0D108BD9-81ED-4DB2-BD59-A6C34878D82A}">
                    <a16:rowId xmlns:a16="http://schemas.microsoft.com/office/drawing/2014/main" val="3553539211"/>
                  </a:ext>
                </a:extLst>
              </a:tr>
              <a:tr h="345989">
                <a:tc>
                  <a:txBody>
                    <a:bodyPr/>
                    <a:lstStyle/>
                    <a:p>
                      <a:pPr algn="l" fontAlgn="b">
                        <a:buNone/>
                      </a:pPr>
                      <a:r>
                        <a:rPr lang="en-US" sz="1400" b="0" i="0" u="none" strike="noStrike" dirty="0">
                          <a:solidFill>
                            <a:srgbClr val="000000"/>
                          </a:solidFill>
                          <a:effectLst/>
                          <a:latin typeface="Arial" panose="020B0604020202020204" pitchFamily="34" charset="0"/>
                          <a:cs typeface="Arial" panose="020B0604020202020204" pitchFamily="34" charset="0"/>
                        </a:rPr>
                        <a:t>Home Owner Status</a:t>
                      </a:r>
                    </a:p>
                  </a:txBody>
                  <a:tcPr marL="9525" marR="9525" marT="9525" marB="0" anchor="b">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extLst>
                  <a:ext uri="{0D108BD9-81ED-4DB2-BD59-A6C34878D82A}">
                    <a16:rowId xmlns:a16="http://schemas.microsoft.com/office/drawing/2014/main" val="546622223"/>
                  </a:ext>
                </a:extLst>
              </a:tr>
              <a:tr h="263611">
                <a:tc>
                  <a:txBody>
                    <a:bodyPr/>
                    <a:lstStyle/>
                    <a:p>
                      <a:pPr algn="l" fontAlgn="b">
                        <a:buNone/>
                      </a:pP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solidFill>
                      <a:srgbClr val="002060">
                        <a:alpha val="20000"/>
                      </a:srgbClr>
                    </a:solidFill>
                  </a:tcPr>
                </a:tc>
                <a:extLst>
                  <a:ext uri="{0D108BD9-81ED-4DB2-BD59-A6C34878D82A}">
                    <a16:rowId xmlns:a16="http://schemas.microsoft.com/office/drawing/2014/main" val="3522389827"/>
                  </a:ext>
                </a:extLst>
              </a:tr>
              <a:tr h="288325">
                <a:tc>
                  <a:txBody>
                    <a:bodyPr/>
                    <a:lstStyle/>
                    <a:p>
                      <a:pPr algn="l" fontAlgn="b">
                        <a:buNone/>
                      </a:pP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extLst>
                  <a:ext uri="{0D108BD9-81ED-4DB2-BD59-A6C34878D82A}">
                    <a16:rowId xmlns:a16="http://schemas.microsoft.com/office/drawing/2014/main" val="758564668"/>
                  </a:ext>
                </a:extLst>
              </a:tr>
              <a:tr h="409671">
                <a:tc>
                  <a:txBody>
                    <a:bodyPr/>
                    <a:lstStyle/>
                    <a:p>
                      <a:pPr algn="l" fontAlgn="b">
                        <a:buNone/>
                      </a:pP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solidFill>
                      <a:srgbClr val="002060">
                        <a:alpha val="20000"/>
                      </a:srgbClr>
                    </a:solidFill>
                  </a:tcPr>
                </a:tc>
                <a:extLst>
                  <a:ext uri="{0D108BD9-81ED-4DB2-BD59-A6C34878D82A}">
                    <a16:rowId xmlns:a16="http://schemas.microsoft.com/office/drawing/2014/main" val="2755532865"/>
                  </a:ext>
                </a:extLst>
              </a:tr>
            </a:tbl>
          </a:graphicData>
        </a:graphic>
      </p:graphicFrame>
      <p:graphicFrame>
        <p:nvGraphicFramePr>
          <p:cNvPr id="28" name="Table 11">
            <a:extLst>
              <a:ext uri="{FF2B5EF4-FFF2-40B4-BE49-F238E27FC236}">
                <a16:creationId xmlns:a16="http://schemas.microsoft.com/office/drawing/2014/main" id="{851C1291-FD7F-2BBD-2123-BCA43F62E0D6}"/>
              </a:ext>
            </a:extLst>
          </p:cNvPr>
          <p:cNvGraphicFramePr>
            <a:graphicFrameLocks noGrp="1"/>
          </p:cNvGraphicFramePr>
          <p:nvPr>
            <p:extLst>
              <p:ext uri="{D42A27DB-BD31-4B8C-83A1-F6EECF244321}">
                <p14:modId xmlns:p14="http://schemas.microsoft.com/office/powerpoint/2010/main" val="455103848"/>
              </p:ext>
            </p:extLst>
          </p:nvPr>
        </p:nvGraphicFramePr>
        <p:xfrm>
          <a:off x="9307816" y="2813978"/>
          <a:ext cx="2714550" cy="2679443"/>
        </p:xfrm>
        <a:graphic>
          <a:graphicData uri="http://schemas.openxmlformats.org/drawingml/2006/table">
            <a:tbl>
              <a:tblPr>
                <a:tableStyleId>{68D230F3-CF80-4859-8CE7-A43EE81993B5}</a:tableStyleId>
              </a:tblPr>
              <a:tblGrid>
                <a:gridCol w="2714550">
                  <a:extLst>
                    <a:ext uri="{9D8B030D-6E8A-4147-A177-3AD203B41FA5}">
                      <a16:colId xmlns:a16="http://schemas.microsoft.com/office/drawing/2014/main" val="1325303913"/>
                    </a:ext>
                  </a:extLst>
                </a:gridCol>
              </a:tblGrid>
              <a:tr h="381298">
                <a:tc>
                  <a:txBody>
                    <a:bodyPr/>
                    <a:lstStyle/>
                    <a:p>
                      <a:pPr marL="0" algn="l" defTabSz="914400" rtl="0" eaLnBrk="1" fontAlgn="b" latinLnBrk="0" hangingPunct="1">
                        <a:buNone/>
                      </a:pPr>
                      <a:r>
                        <a:rPr lang="en-US" sz="1400" b="0" i="0" u="none" strike="noStrike" kern="1200" dirty="0">
                          <a:solidFill>
                            <a:srgbClr val="000000"/>
                          </a:solidFill>
                          <a:effectLst/>
                          <a:latin typeface="Arial" panose="020B0604020202020204" pitchFamily="34" charset="0"/>
                          <a:ea typeface="+mn-ea"/>
                          <a:cs typeface="Arial" panose="020B0604020202020204" pitchFamily="34" charset="0"/>
                        </a:rPr>
                        <a:t>Marital Status</a:t>
                      </a:r>
                    </a:p>
                  </a:txBody>
                  <a:tcPr marL="9525" marR="9525" marT="9525" marB="0" anchor="b">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solidFill>
                      <a:schemeClr val="bg1"/>
                    </a:solidFill>
                  </a:tcPr>
                </a:tc>
                <a:extLst>
                  <a:ext uri="{0D108BD9-81ED-4DB2-BD59-A6C34878D82A}">
                    <a16:rowId xmlns:a16="http://schemas.microsoft.com/office/drawing/2014/main" val="1722156460"/>
                  </a:ext>
                </a:extLst>
              </a:tr>
              <a:tr h="403654">
                <a:tc>
                  <a:txBody>
                    <a:bodyPr/>
                    <a:lstStyle/>
                    <a:p>
                      <a:pPr marL="0" algn="l" defTabSz="914400" rtl="0" eaLnBrk="1" fontAlgn="b" latinLnBrk="0" hangingPunct="1">
                        <a:buNone/>
                      </a:pPr>
                      <a:r>
                        <a:rPr lang="en-US" sz="1400" b="0" i="0" u="none" strike="noStrike" kern="1200" dirty="0">
                          <a:solidFill>
                            <a:srgbClr val="000000"/>
                          </a:solidFill>
                          <a:effectLst/>
                          <a:latin typeface="Arial" panose="020B0604020202020204" pitchFamily="34" charset="0"/>
                          <a:ea typeface="+mn-ea"/>
                          <a:cs typeface="Arial" panose="020B0604020202020204" pitchFamily="34" charset="0"/>
                        </a:rPr>
                        <a:t>Number of Cars Owned</a:t>
                      </a:r>
                    </a:p>
                  </a:txBody>
                  <a:tcPr marL="9525" marR="9525" marT="9525" marB="0" anchor="b">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solidFill>
                      <a:srgbClr val="002060">
                        <a:alpha val="20000"/>
                      </a:srgbClr>
                    </a:solidFill>
                  </a:tcPr>
                </a:tc>
                <a:extLst>
                  <a:ext uri="{0D108BD9-81ED-4DB2-BD59-A6C34878D82A}">
                    <a16:rowId xmlns:a16="http://schemas.microsoft.com/office/drawing/2014/main" val="800933195"/>
                  </a:ext>
                </a:extLst>
              </a:tr>
              <a:tr h="321276">
                <a:tc>
                  <a:txBody>
                    <a:bodyPr/>
                    <a:lstStyle/>
                    <a:p>
                      <a:pPr marL="0" algn="l" defTabSz="914400" rtl="0" eaLnBrk="1" fontAlgn="b" latinLnBrk="0" hangingPunct="1">
                        <a:buNone/>
                      </a:pPr>
                      <a:r>
                        <a:rPr lang="en-US" sz="1400" b="0" i="0" u="none" strike="noStrike" kern="1200" dirty="0">
                          <a:solidFill>
                            <a:srgbClr val="000000"/>
                          </a:solidFill>
                          <a:effectLst/>
                          <a:latin typeface="Arial" panose="020B0604020202020204" pitchFamily="34" charset="0"/>
                          <a:ea typeface="+mn-ea"/>
                          <a:cs typeface="Arial" panose="020B0604020202020204" pitchFamily="34" charset="0"/>
                        </a:rPr>
                        <a:t>Number of Children At Home</a:t>
                      </a:r>
                    </a:p>
                  </a:txBody>
                  <a:tcPr marL="9525" marR="9525" marT="9525" marB="0" anchor="b">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extLst>
                  <a:ext uri="{0D108BD9-81ED-4DB2-BD59-A6C34878D82A}">
                    <a16:rowId xmlns:a16="http://schemas.microsoft.com/office/drawing/2014/main" val="1858342943"/>
                  </a:ext>
                </a:extLst>
              </a:tr>
              <a:tr h="296562">
                <a:tc>
                  <a:txBody>
                    <a:bodyPr/>
                    <a:lstStyle/>
                    <a:p>
                      <a:pPr marL="0" algn="l" defTabSz="914400" rtl="0" eaLnBrk="1" fontAlgn="b" latinLnBrk="0" hangingPunct="1">
                        <a:buNone/>
                      </a:pPr>
                      <a:r>
                        <a:rPr lang="en-US" sz="1400" b="0" i="0" u="none" strike="noStrike" kern="1200">
                          <a:solidFill>
                            <a:srgbClr val="000000"/>
                          </a:solidFill>
                          <a:effectLst/>
                          <a:latin typeface="Arial" panose="020B0604020202020204" pitchFamily="34" charset="0"/>
                          <a:ea typeface="+mn-ea"/>
                          <a:cs typeface="Arial" panose="020B0604020202020204" pitchFamily="34" charset="0"/>
                        </a:rPr>
                        <a:t>Occupation</a:t>
                      </a:r>
                    </a:p>
                  </a:txBody>
                  <a:tcPr marL="9525" marR="9525" marT="9525" marB="0" anchor="b">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solidFill>
                      <a:srgbClr val="002060">
                        <a:alpha val="20000"/>
                      </a:srgbClr>
                    </a:solidFill>
                  </a:tcPr>
                </a:tc>
                <a:extLst>
                  <a:ext uri="{0D108BD9-81ED-4DB2-BD59-A6C34878D82A}">
                    <a16:rowId xmlns:a16="http://schemas.microsoft.com/office/drawing/2014/main" val="3553539211"/>
                  </a:ext>
                </a:extLst>
              </a:tr>
              <a:tr h="345989">
                <a:tc>
                  <a:txBody>
                    <a:bodyPr/>
                    <a:lstStyle/>
                    <a:p>
                      <a:pPr marL="0" algn="l" defTabSz="914400" rtl="0" eaLnBrk="1" fontAlgn="b" latinLnBrk="0" hangingPunct="1">
                        <a:buNone/>
                      </a:pPr>
                      <a:r>
                        <a:rPr lang="en-US" sz="1400" b="0" i="0" u="none" strike="noStrike" kern="1200" dirty="0">
                          <a:solidFill>
                            <a:srgbClr val="000000"/>
                          </a:solidFill>
                          <a:effectLst/>
                          <a:latin typeface="Arial" panose="020B0604020202020204" pitchFamily="34" charset="0"/>
                          <a:ea typeface="+mn-ea"/>
                          <a:cs typeface="Arial" panose="020B0604020202020204" pitchFamily="34" charset="0"/>
                        </a:rPr>
                        <a:t>ZipCode</a:t>
                      </a:r>
                    </a:p>
                  </a:txBody>
                  <a:tcPr marL="9525" marR="9525" marT="9525" marB="0" anchor="b">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extLst>
                  <a:ext uri="{0D108BD9-81ED-4DB2-BD59-A6C34878D82A}">
                    <a16:rowId xmlns:a16="http://schemas.microsoft.com/office/drawing/2014/main" val="546622223"/>
                  </a:ext>
                </a:extLst>
              </a:tr>
              <a:tr h="247136">
                <a:tc>
                  <a:txBody>
                    <a:bodyPr/>
                    <a:lstStyle/>
                    <a:p>
                      <a:pPr marL="0" lvl="1" algn="l" defTabSz="914400" rtl="0" eaLnBrk="1" fontAlgn="b" latinLnBrk="0" hangingPunct="1">
                        <a:buNone/>
                      </a:pPr>
                      <a:r>
                        <a:rPr lang="en-US" sz="1400" b="0" i="0" u="none" strike="noStrike" kern="1200" dirty="0">
                          <a:solidFill>
                            <a:srgbClr val="000000"/>
                          </a:solidFill>
                          <a:effectLst/>
                          <a:latin typeface="Arial" panose="020B0604020202020204" pitchFamily="34" charset="0"/>
                          <a:ea typeface="+mn-ea"/>
                          <a:cs typeface="Arial" panose="020B0604020202020204" pitchFamily="34" charset="0"/>
                        </a:rPr>
                        <a:t>Total Number of Children</a:t>
                      </a:r>
                    </a:p>
                  </a:txBody>
                  <a:tcPr marL="9525" marR="9525" marT="9525"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solidFill>
                      <a:srgbClr val="002060">
                        <a:alpha val="20000"/>
                      </a:srgbClr>
                    </a:solidFill>
                  </a:tcPr>
                </a:tc>
                <a:extLst>
                  <a:ext uri="{0D108BD9-81ED-4DB2-BD59-A6C34878D82A}">
                    <a16:rowId xmlns:a16="http://schemas.microsoft.com/office/drawing/2014/main" val="3522389827"/>
                  </a:ext>
                </a:extLst>
              </a:tr>
              <a:tr h="273857">
                <a:tc>
                  <a:txBody>
                    <a:bodyPr/>
                    <a:lstStyle/>
                    <a:p>
                      <a:pPr marL="457200" marR="0" lvl="1" indent="0" algn="l" defTabSz="914400" rtl="0" eaLnBrk="1" fontAlgn="b" latinLnBrk="0" hangingPunct="1">
                        <a:lnSpc>
                          <a:spcPct val="100000"/>
                        </a:lnSpc>
                        <a:spcBef>
                          <a:spcPts val="0"/>
                        </a:spcBef>
                        <a:spcAft>
                          <a:spcPts val="0"/>
                        </a:spcAft>
                        <a:buClrTx/>
                        <a:buSzTx/>
                        <a:buFontTx/>
                        <a:buNone/>
                        <a:tabLst/>
                        <a:defRPr/>
                      </a:pP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extLst>
                  <a:ext uri="{0D108BD9-81ED-4DB2-BD59-A6C34878D82A}">
                    <a16:rowId xmlns:a16="http://schemas.microsoft.com/office/drawing/2014/main" val="758564668"/>
                  </a:ext>
                </a:extLst>
              </a:tr>
              <a:tr h="409671">
                <a:tc>
                  <a:txBody>
                    <a:bodyPr/>
                    <a:lstStyle/>
                    <a:p>
                      <a:pPr algn="l" fontAlgn="b"/>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solidFill>
                      <a:srgbClr val="002060">
                        <a:alpha val="20000"/>
                      </a:srgbClr>
                    </a:solidFill>
                  </a:tcPr>
                </a:tc>
                <a:extLst>
                  <a:ext uri="{0D108BD9-81ED-4DB2-BD59-A6C34878D82A}">
                    <a16:rowId xmlns:a16="http://schemas.microsoft.com/office/drawing/2014/main" val="2755532865"/>
                  </a:ext>
                </a:extLst>
              </a:tr>
            </a:tbl>
          </a:graphicData>
        </a:graphic>
      </p:graphicFrame>
      <p:graphicFrame>
        <p:nvGraphicFramePr>
          <p:cNvPr id="2" name="Table 1">
            <a:extLst>
              <a:ext uri="{FF2B5EF4-FFF2-40B4-BE49-F238E27FC236}">
                <a16:creationId xmlns:a16="http://schemas.microsoft.com/office/drawing/2014/main" id="{7F48F9BD-D970-3618-46C2-D4B2B76CBD7B}"/>
              </a:ext>
            </a:extLst>
          </p:cNvPr>
          <p:cNvGraphicFramePr>
            <a:graphicFrameLocks noGrp="1"/>
          </p:cNvGraphicFramePr>
          <p:nvPr>
            <p:extLst>
              <p:ext uri="{D42A27DB-BD31-4B8C-83A1-F6EECF244321}">
                <p14:modId xmlns:p14="http://schemas.microsoft.com/office/powerpoint/2010/main" val="366934149"/>
              </p:ext>
            </p:extLst>
          </p:nvPr>
        </p:nvGraphicFramePr>
        <p:xfrm>
          <a:off x="6533040" y="5577471"/>
          <a:ext cx="5520391" cy="518160"/>
        </p:xfrm>
        <a:graphic>
          <a:graphicData uri="http://schemas.openxmlformats.org/drawingml/2006/table">
            <a:tbl>
              <a:tblPr firstRow="1" bandRow="1">
                <a:tableStyleId>{616DA210-FB5B-4158-B5E0-FEB733F419BA}</a:tableStyleId>
              </a:tblPr>
              <a:tblGrid>
                <a:gridCol w="2766603">
                  <a:extLst>
                    <a:ext uri="{9D8B030D-6E8A-4147-A177-3AD203B41FA5}">
                      <a16:colId xmlns:a16="http://schemas.microsoft.com/office/drawing/2014/main" val="1422883900"/>
                    </a:ext>
                  </a:extLst>
                </a:gridCol>
                <a:gridCol w="2753788">
                  <a:extLst>
                    <a:ext uri="{9D8B030D-6E8A-4147-A177-3AD203B41FA5}">
                      <a16:colId xmlns:a16="http://schemas.microsoft.com/office/drawing/2014/main" val="935315438"/>
                    </a:ext>
                  </a:extLst>
                </a:gridCol>
              </a:tblGrid>
              <a:tr h="405735">
                <a:tc>
                  <a:txBody>
                    <a:bodyPr/>
                    <a:lstStyle/>
                    <a:p>
                      <a:pPr marL="0" algn="l" defTabSz="914400" rtl="0" eaLnBrk="1" latinLnBrk="0" hangingPunct="1"/>
                      <a:r>
                        <a:rPr lang="en-US" sz="1200" b="1" kern="1200" dirty="0">
                          <a:solidFill>
                            <a:schemeClr val="tx1"/>
                          </a:solidFill>
                          <a:latin typeface="Arial" panose="020B0604020202020204" pitchFamily="34" charset="0"/>
                          <a:ea typeface="+mn-ea"/>
                          <a:cs typeface="Arial" panose="020B0604020202020204" pitchFamily="34" charset="0"/>
                        </a:rPr>
                        <a:t>Ignored Variable (for Dependent Variable 2 analysis)</a:t>
                      </a:r>
                    </a:p>
                  </a:txBody>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0" u="none" strike="noStrike" kern="1200" dirty="0">
                          <a:solidFill>
                            <a:srgbClr val="000000"/>
                          </a:solidFill>
                          <a:effectLst/>
                          <a:latin typeface="Arial" panose="020B0604020202020204" pitchFamily="34" charset="0"/>
                          <a:ea typeface="+mn-ea"/>
                          <a:cs typeface="Arial" panose="020B0604020202020204" pitchFamily="34" charset="0"/>
                        </a:rPr>
                        <a:t>Avg Monthly Spend</a:t>
                      </a:r>
                    </a:p>
                    <a:p>
                      <a:pPr algn="l" fontAlgn="b">
                        <a:buNone/>
                      </a:pP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916369618"/>
                  </a:ext>
                </a:extLst>
              </a:tr>
            </a:tbl>
          </a:graphicData>
        </a:graphic>
      </p:graphicFrame>
      <p:graphicFrame>
        <p:nvGraphicFramePr>
          <p:cNvPr id="7" name="Table 6">
            <a:extLst>
              <a:ext uri="{FF2B5EF4-FFF2-40B4-BE49-F238E27FC236}">
                <a16:creationId xmlns:a16="http://schemas.microsoft.com/office/drawing/2014/main" id="{BB28B59F-1EE0-C4B5-61C8-BD190A89399E}"/>
              </a:ext>
            </a:extLst>
          </p:cNvPr>
          <p:cNvGraphicFramePr>
            <a:graphicFrameLocks noGrp="1"/>
          </p:cNvGraphicFramePr>
          <p:nvPr>
            <p:extLst>
              <p:ext uri="{D42A27DB-BD31-4B8C-83A1-F6EECF244321}">
                <p14:modId xmlns:p14="http://schemas.microsoft.com/office/powerpoint/2010/main" val="720381080"/>
              </p:ext>
            </p:extLst>
          </p:nvPr>
        </p:nvGraphicFramePr>
        <p:xfrm>
          <a:off x="3338760" y="2886433"/>
          <a:ext cx="2502760" cy="1016000"/>
        </p:xfrm>
        <a:graphic>
          <a:graphicData uri="http://schemas.openxmlformats.org/drawingml/2006/table">
            <a:tbl>
              <a:tblPr/>
              <a:tblGrid>
                <a:gridCol w="2502760">
                  <a:extLst>
                    <a:ext uri="{9D8B030D-6E8A-4147-A177-3AD203B41FA5}">
                      <a16:colId xmlns:a16="http://schemas.microsoft.com/office/drawing/2014/main" val="488986645"/>
                    </a:ext>
                  </a:extLst>
                </a:gridCol>
              </a:tblGrid>
              <a:tr h="3556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Arial" panose="020B0604020202020204" pitchFamily="34" charset="0"/>
                          <a:cs typeface="Arial" panose="020B0604020202020204" pitchFamily="34" charset="0"/>
                        </a:rPr>
                        <a:t>Customer ID</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4675073"/>
                  </a:ext>
                </a:extLst>
              </a:tr>
              <a:tr h="3556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Arial" panose="020B0604020202020204" pitchFamily="34" charset="0"/>
                          <a:cs typeface="Arial" panose="020B0604020202020204" pitchFamily="34" charset="0"/>
                        </a:rPr>
                        <a:t>First Name</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9132897"/>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latin typeface="Arial" panose="020B0604020202020204" pitchFamily="34" charset="0"/>
                          <a:cs typeface="Arial" panose="020B0604020202020204" pitchFamily="34" charset="0"/>
                        </a:rPr>
                        <a:t>Last Name</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4257814565"/>
                  </a:ext>
                </a:extLst>
              </a:tr>
            </a:tbl>
          </a:graphicData>
        </a:graphic>
      </p:graphicFrame>
      <p:graphicFrame>
        <p:nvGraphicFramePr>
          <p:cNvPr id="8" name="Table 7">
            <a:extLst>
              <a:ext uri="{FF2B5EF4-FFF2-40B4-BE49-F238E27FC236}">
                <a16:creationId xmlns:a16="http://schemas.microsoft.com/office/drawing/2014/main" id="{7B26FD42-F518-B900-7B06-2628A53D08A0}"/>
              </a:ext>
            </a:extLst>
          </p:cNvPr>
          <p:cNvGraphicFramePr>
            <a:graphicFrameLocks noGrp="1"/>
          </p:cNvGraphicFramePr>
          <p:nvPr>
            <p:extLst>
              <p:ext uri="{D42A27DB-BD31-4B8C-83A1-F6EECF244321}">
                <p14:modId xmlns:p14="http://schemas.microsoft.com/office/powerpoint/2010/main" val="1202759658"/>
              </p:ext>
            </p:extLst>
          </p:nvPr>
        </p:nvGraphicFramePr>
        <p:xfrm>
          <a:off x="3338760" y="2246353"/>
          <a:ext cx="2502761" cy="640080"/>
        </p:xfrm>
        <a:graphic>
          <a:graphicData uri="http://schemas.openxmlformats.org/drawingml/2006/table">
            <a:tbl>
              <a:tblPr/>
              <a:tblGrid>
                <a:gridCol w="2502761">
                  <a:extLst>
                    <a:ext uri="{9D8B030D-6E8A-4147-A177-3AD203B41FA5}">
                      <a16:colId xmlns:a16="http://schemas.microsoft.com/office/drawing/2014/main" val="2565963468"/>
                    </a:ext>
                  </a:extLst>
                </a:gridCol>
              </a:tblGrid>
              <a:tr h="390877">
                <a:tc>
                  <a:txBody>
                    <a:bodyPr/>
                    <a:lstStyle/>
                    <a:p>
                      <a:pPr marL="0" algn="l" defTabSz="914400" rtl="0" eaLnBrk="1" latinLnBrk="0" hangingPunct="1"/>
                      <a:r>
                        <a:rPr lang="en-US" sz="1800" b="1" kern="1200" dirty="0">
                          <a:solidFill>
                            <a:schemeClr val="tx1"/>
                          </a:solidFill>
                          <a:latin typeface="Arial" panose="020B0604020202020204" pitchFamily="34" charset="0"/>
                          <a:ea typeface="+mn-ea"/>
                          <a:cs typeface="Arial" panose="020B0604020202020204" pitchFamily="34" charset="0"/>
                        </a:rPr>
                        <a:t>Noise Variables</a:t>
                      </a:r>
                    </a:p>
                    <a:p>
                      <a:endParaRPr lang="en-US"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2687129396"/>
                  </a:ext>
                </a:extLst>
              </a:tr>
            </a:tbl>
          </a:graphicData>
        </a:graphic>
      </p:graphicFrame>
      <p:graphicFrame>
        <p:nvGraphicFramePr>
          <p:cNvPr id="9" name="Table 8">
            <a:extLst>
              <a:ext uri="{FF2B5EF4-FFF2-40B4-BE49-F238E27FC236}">
                <a16:creationId xmlns:a16="http://schemas.microsoft.com/office/drawing/2014/main" id="{560119E3-B505-B321-B333-E994BA8F5820}"/>
              </a:ext>
            </a:extLst>
          </p:cNvPr>
          <p:cNvGraphicFramePr>
            <a:graphicFrameLocks noGrp="1"/>
          </p:cNvGraphicFramePr>
          <p:nvPr>
            <p:extLst>
              <p:ext uri="{D42A27DB-BD31-4B8C-83A1-F6EECF244321}">
                <p14:modId xmlns:p14="http://schemas.microsoft.com/office/powerpoint/2010/main" val="2518185194"/>
              </p:ext>
            </p:extLst>
          </p:nvPr>
        </p:nvGraphicFramePr>
        <p:xfrm>
          <a:off x="3338762" y="3902433"/>
          <a:ext cx="2502758" cy="346167"/>
        </p:xfrm>
        <a:graphic>
          <a:graphicData uri="http://schemas.openxmlformats.org/drawingml/2006/table">
            <a:tbl>
              <a:tblPr/>
              <a:tblGrid>
                <a:gridCol w="2502758">
                  <a:extLst>
                    <a:ext uri="{9D8B030D-6E8A-4147-A177-3AD203B41FA5}">
                      <a16:colId xmlns:a16="http://schemas.microsoft.com/office/drawing/2014/main" val="2717210145"/>
                    </a:ext>
                  </a:extLst>
                </a:gridCol>
              </a:tblGrid>
              <a:tr h="346167">
                <a:tc>
                  <a:txBody>
                    <a:bodyPr/>
                    <a:lstStyle/>
                    <a:p>
                      <a:r>
                        <a:rPr lang="en-US" sz="1400" dirty="0">
                          <a:latin typeface="Arial" panose="020B0604020202020204" pitchFamily="34" charset="0"/>
                          <a:cs typeface="Arial" panose="020B0604020202020204" pitchFamily="34" charset="0"/>
                        </a:rPr>
                        <a:t>Street Address1</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3917121269"/>
                  </a:ext>
                </a:extLst>
              </a:tr>
            </a:tbl>
          </a:graphicData>
        </a:graphic>
      </p:graphicFrame>
      <p:graphicFrame>
        <p:nvGraphicFramePr>
          <p:cNvPr id="10" name="Table 9">
            <a:extLst>
              <a:ext uri="{FF2B5EF4-FFF2-40B4-BE49-F238E27FC236}">
                <a16:creationId xmlns:a16="http://schemas.microsoft.com/office/drawing/2014/main" id="{28895F6C-2031-7BE4-921F-40BF603761D0}"/>
              </a:ext>
            </a:extLst>
          </p:cNvPr>
          <p:cNvGraphicFramePr>
            <a:graphicFrameLocks noGrp="1"/>
          </p:cNvGraphicFramePr>
          <p:nvPr>
            <p:extLst>
              <p:ext uri="{D42A27DB-BD31-4B8C-83A1-F6EECF244321}">
                <p14:modId xmlns:p14="http://schemas.microsoft.com/office/powerpoint/2010/main" val="1351033227"/>
              </p:ext>
            </p:extLst>
          </p:nvPr>
        </p:nvGraphicFramePr>
        <p:xfrm>
          <a:off x="3338759" y="5079631"/>
          <a:ext cx="2502760" cy="1016000"/>
        </p:xfrm>
        <a:graphic>
          <a:graphicData uri="http://schemas.openxmlformats.org/drawingml/2006/table">
            <a:tbl>
              <a:tblPr/>
              <a:tblGrid>
                <a:gridCol w="2502760">
                  <a:extLst>
                    <a:ext uri="{9D8B030D-6E8A-4147-A177-3AD203B41FA5}">
                      <a16:colId xmlns:a16="http://schemas.microsoft.com/office/drawing/2014/main" val="488986645"/>
                    </a:ext>
                  </a:extLst>
                </a:gridCol>
              </a:tblGrid>
              <a:tr h="355600">
                <a:tc>
                  <a:txBody>
                    <a:bodyPr/>
                    <a:lstStyle/>
                    <a:p>
                      <a:pPr marL="457200" lvl="1" algn="l" defTabSz="914400" rtl="0" eaLnBrk="1" fontAlgn="b" latinLnBrk="0" hangingPunct="1"/>
                      <a:r>
                        <a:rPr lang="en-US" sz="1400" b="0" i="0" u="none" strike="noStrike" kern="1200" dirty="0">
                          <a:solidFill>
                            <a:srgbClr val="000000"/>
                          </a:solidFill>
                          <a:effectLst/>
                          <a:latin typeface="Arial" panose="020B0604020202020204" pitchFamily="34" charset="0"/>
                          <a:ea typeface="+mn-ea"/>
                          <a:cs typeface="Arial" panose="020B0604020202020204" pitchFamily="34" charset="0"/>
                        </a:rPr>
                        <a:t>City</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4675073"/>
                  </a:ext>
                </a:extLst>
              </a:tr>
              <a:tr h="355600">
                <a:tc>
                  <a:txBody>
                    <a:bodyPr/>
                    <a:lstStyle/>
                    <a:p>
                      <a:pPr marL="457200" lvl="1" algn="l" defTabSz="914400" rtl="0" eaLnBrk="1" fontAlgn="b" latinLnBrk="0" hangingPunct="1"/>
                      <a:r>
                        <a:rPr lang="en-US" sz="1400" b="0" i="0" u="none" strike="noStrike" kern="1200" dirty="0">
                          <a:solidFill>
                            <a:srgbClr val="000000"/>
                          </a:solidFill>
                          <a:effectLst/>
                          <a:latin typeface="Arial" panose="020B0604020202020204" pitchFamily="34" charset="0"/>
                          <a:ea typeface="+mn-ea"/>
                          <a:cs typeface="Arial" panose="020B0604020202020204" pitchFamily="34" charset="0"/>
                        </a:rPr>
                        <a:t>State</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9132897"/>
                  </a:ext>
                </a:extLst>
              </a:tr>
              <a:tr h="0">
                <a:tc>
                  <a:txBody>
                    <a:bodyPr/>
                    <a:lstStyle/>
                    <a:p>
                      <a:pPr marL="457200" lvl="1" algn="l" defTabSz="914400" rtl="0" eaLnBrk="1" fontAlgn="b" latinLnBrk="0" hangingPunct="1"/>
                      <a:r>
                        <a:rPr lang="en-US" sz="1400" b="0" i="0" u="none" strike="noStrike" kern="1200" dirty="0">
                          <a:solidFill>
                            <a:srgbClr val="000000"/>
                          </a:solidFill>
                          <a:effectLst/>
                          <a:latin typeface="Arial" panose="020B0604020202020204" pitchFamily="34" charset="0"/>
                          <a:ea typeface="+mn-ea"/>
                          <a:cs typeface="Arial" panose="020B0604020202020204" pitchFamily="34" charset="0"/>
                        </a:rPr>
                        <a:t>Birth Date</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4257814565"/>
                  </a:ext>
                </a:extLst>
              </a:tr>
            </a:tbl>
          </a:graphicData>
        </a:graphic>
      </p:graphicFrame>
      <p:graphicFrame>
        <p:nvGraphicFramePr>
          <p:cNvPr id="14" name="Table 13">
            <a:extLst>
              <a:ext uri="{FF2B5EF4-FFF2-40B4-BE49-F238E27FC236}">
                <a16:creationId xmlns:a16="http://schemas.microsoft.com/office/drawing/2014/main" id="{7B2A4296-00E7-0D25-2342-FB3104294493}"/>
              </a:ext>
            </a:extLst>
          </p:cNvPr>
          <p:cNvGraphicFramePr>
            <a:graphicFrameLocks noGrp="1"/>
          </p:cNvGraphicFramePr>
          <p:nvPr>
            <p:extLst>
              <p:ext uri="{D42A27DB-BD31-4B8C-83A1-F6EECF244321}">
                <p14:modId xmlns:p14="http://schemas.microsoft.com/office/powerpoint/2010/main" val="2265790484"/>
              </p:ext>
            </p:extLst>
          </p:nvPr>
        </p:nvGraphicFramePr>
        <p:xfrm>
          <a:off x="3338759" y="4439014"/>
          <a:ext cx="2502761" cy="640080"/>
        </p:xfrm>
        <a:graphic>
          <a:graphicData uri="http://schemas.openxmlformats.org/drawingml/2006/table">
            <a:tbl>
              <a:tblPr/>
              <a:tblGrid>
                <a:gridCol w="2502761">
                  <a:extLst>
                    <a:ext uri="{9D8B030D-6E8A-4147-A177-3AD203B41FA5}">
                      <a16:colId xmlns:a16="http://schemas.microsoft.com/office/drawing/2014/main" val="2565963468"/>
                    </a:ext>
                  </a:extLst>
                </a:gridCol>
              </a:tblGrid>
              <a:tr h="3908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latin typeface="Arial" panose="020B0604020202020204" pitchFamily="34" charset="0"/>
                          <a:cs typeface="Arial" panose="020B0604020202020204" pitchFamily="34" charset="0"/>
                        </a:rPr>
                        <a:t>Redundant Variables</a:t>
                      </a:r>
                    </a:p>
                    <a:p>
                      <a:endParaRPr lang="en-US"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2687129396"/>
                  </a:ext>
                </a:extLst>
              </a:tr>
            </a:tbl>
          </a:graphicData>
        </a:graphic>
      </p:graphicFrame>
      <p:graphicFrame>
        <p:nvGraphicFramePr>
          <p:cNvPr id="15" name="Table 14">
            <a:extLst>
              <a:ext uri="{FF2B5EF4-FFF2-40B4-BE49-F238E27FC236}">
                <a16:creationId xmlns:a16="http://schemas.microsoft.com/office/drawing/2014/main" id="{143ECA02-6389-A0C3-CB50-19584BB8AB41}"/>
              </a:ext>
            </a:extLst>
          </p:cNvPr>
          <p:cNvGraphicFramePr>
            <a:graphicFrameLocks noGrp="1"/>
          </p:cNvGraphicFramePr>
          <p:nvPr>
            <p:extLst>
              <p:ext uri="{D42A27DB-BD31-4B8C-83A1-F6EECF244321}">
                <p14:modId xmlns:p14="http://schemas.microsoft.com/office/powerpoint/2010/main" val="3391934656"/>
              </p:ext>
            </p:extLst>
          </p:nvPr>
        </p:nvGraphicFramePr>
        <p:xfrm>
          <a:off x="594655" y="3117818"/>
          <a:ext cx="2502760" cy="1016000"/>
        </p:xfrm>
        <a:graphic>
          <a:graphicData uri="http://schemas.openxmlformats.org/drawingml/2006/table">
            <a:tbl>
              <a:tblPr/>
              <a:tblGrid>
                <a:gridCol w="2502760">
                  <a:extLst>
                    <a:ext uri="{9D8B030D-6E8A-4147-A177-3AD203B41FA5}">
                      <a16:colId xmlns:a16="http://schemas.microsoft.com/office/drawing/2014/main" val="488986645"/>
                    </a:ext>
                  </a:extLst>
                </a:gridCol>
              </a:tblGrid>
              <a:tr h="355600">
                <a:tc>
                  <a:txBody>
                    <a:bodyPr/>
                    <a:lstStyle/>
                    <a:p>
                      <a:pPr lvl="1" algn="l" fontAlgn="b"/>
                      <a:r>
                        <a:rPr lang="en-US" sz="1400" b="0" i="0" u="none" strike="noStrike" dirty="0">
                          <a:solidFill>
                            <a:srgbClr val="000000"/>
                          </a:solidFill>
                          <a:effectLst/>
                          <a:latin typeface="Arial" panose="020B0604020202020204" pitchFamily="34" charset="0"/>
                          <a:cs typeface="Arial" panose="020B0604020202020204" pitchFamily="34" charset="0"/>
                        </a:rPr>
                        <a:t>Title</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4675073"/>
                  </a:ext>
                </a:extLst>
              </a:tr>
              <a:tr h="355600">
                <a:tc>
                  <a:txBody>
                    <a:bodyPr/>
                    <a:lstStyle/>
                    <a:p>
                      <a:pPr marL="457200" marR="0" lvl="1" indent="0" algn="l" defTabSz="914400"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Arial" panose="020B0604020202020204" pitchFamily="34" charset="0"/>
                          <a:cs typeface="Arial" panose="020B0604020202020204" pitchFamily="34" charset="0"/>
                        </a:rPr>
                        <a:t>Middle Name</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9132897"/>
                  </a:ext>
                </a:extLst>
              </a:tr>
              <a:tr h="0">
                <a:tc>
                  <a:txBody>
                    <a:bodyPr/>
                    <a:lstStyle/>
                    <a:p>
                      <a:pPr lvl="1" algn="l" fontAlgn="b"/>
                      <a:r>
                        <a:rPr lang="en-US" sz="1400" b="0" i="0" u="none" strike="noStrike" dirty="0">
                          <a:solidFill>
                            <a:srgbClr val="000000"/>
                          </a:solidFill>
                          <a:effectLst/>
                          <a:latin typeface="Arial" panose="020B0604020202020204" pitchFamily="34" charset="0"/>
                          <a:cs typeface="Arial" panose="020B0604020202020204" pitchFamily="34" charset="0"/>
                        </a:rPr>
                        <a:t>Suffix</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4257814565"/>
                  </a:ext>
                </a:extLst>
              </a:tr>
            </a:tbl>
          </a:graphicData>
        </a:graphic>
      </p:graphicFrame>
      <p:graphicFrame>
        <p:nvGraphicFramePr>
          <p:cNvPr id="16" name="Table 15">
            <a:extLst>
              <a:ext uri="{FF2B5EF4-FFF2-40B4-BE49-F238E27FC236}">
                <a16:creationId xmlns:a16="http://schemas.microsoft.com/office/drawing/2014/main" id="{CDA94AD1-F4D5-A580-A15F-CF58BE5186FC}"/>
              </a:ext>
            </a:extLst>
          </p:cNvPr>
          <p:cNvGraphicFramePr>
            <a:graphicFrameLocks noGrp="1"/>
          </p:cNvGraphicFramePr>
          <p:nvPr>
            <p:extLst>
              <p:ext uri="{D42A27DB-BD31-4B8C-83A1-F6EECF244321}">
                <p14:modId xmlns:p14="http://schemas.microsoft.com/office/powerpoint/2010/main" val="444250312"/>
              </p:ext>
            </p:extLst>
          </p:nvPr>
        </p:nvGraphicFramePr>
        <p:xfrm>
          <a:off x="594655" y="2241057"/>
          <a:ext cx="2502761" cy="914400"/>
        </p:xfrm>
        <a:graphic>
          <a:graphicData uri="http://schemas.openxmlformats.org/drawingml/2006/table">
            <a:tbl>
              <a:tblPr/>
              <a:tblGrid>
                <a:gridCol w="2502761">
                  <a:extLst>
                    <a:ext uri="{9D8B030D-6E8A-4147-A177-3AD203B41FA5}">
                      <a16:colId xmlns:a16="http://schemas.microsoft.com/office/drawing/2014/main" val="2565963468"/>
                    </a:ext>
                  </a:extLst>
                </a:gridCol>
              </a:tblGrid>
              <a:tr h="3908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Noise Variables due to Missing Data</a:t>
                      </a:r>
                    </a:p>
                    <a:p>
                      <a:endParaRPr lang="en-US"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2687129396"/>
                  </a:ext>
                </a:extLst>
              </a:tr>
            </a:tbl>
          </a:graphicData>
        </a:graphic>
      </p:graphicFrame>
      <p:graphicFrame>
        <p:nvGraphicFramePr>
          <p:cNvPr id="20" name="Table 19">
            <a:extLst>
              <a:ext uri="{FF2B5EF4-FFF2-40B4-BE49-F238E27FC236}">
                <a16:creationId xmlns:a16="http://schemas.microsoft.com/office/drawing/2014/main" id="{9AED5BEA-77CF-0046-17E9-4C256D668B78}"/>
              </a:ext>
            </a:extLst>
          </p:cNvPr>
          <p:cNvGraphicFramePr>
            <a:graphicFrameLocks noGrp="1"/>
          </p:cNvGraphicFramePr>
          <p:nvPr>
            <p:extLst>
              <p:ext uri="{D42A27DB-BD31-4B8C-83A1-F6EECF244321}">
                <p14:modId xmlns:p14="http://schemas.microsoft.com/office/powerpoint/2010/main" val="1930263007"/>
              </p:ext>
            </p:extLst>
          </p:nvPr>
        </p:nvGraphicFramePr>
        <p:xfrm>
          <a:off x="594654" y="4133818"/>
          <a:ext cx="2502758" cy="346167"/>
        </p:xfrm>
        <a:graphic>
          <a:graphicData uri="http://schemas.openxmlformats.org/drawingml/2006/table">
            <a:tbl>
              <a:tblPr/>
              <a:tblGrid>
                <a:gridCol w="2502758">
                  <a:extLst>
                    <a:ext uri="{9D8B030D-6E8A-4147-A177-3AD203B41FA5}">
                      <a16:colId xmlns:a16="http://schemas.microsoft.com/office/drawing/2014/main" val="2717210145"/>
                    </a:ext>
                  </a:extLst>
                </a:gridCol>
              </a:tblGrid>
              <a:tr h="346167">
                <a:tc>
                  <a:txBody>
                    <a:bodyPr/>
                    <a:lstStyle/>
                    <a:p>
                      <a:pPr lvl="1" algn="l"/>
                      <a:r>
                        <a:rPr lang="en-US" sz="1400" b="0" i="0" u="none" strike="noStrike" kern="1200" dirty="0">
                          <a:solidFill>
                            <a:srgbClr val="000000"/>
                          </a:solidFill>
                          <a:effectLst/>
                          <a:latin typeface="Arial" panose="020B0604020202020204" pitchFamily="34" charset="0"/>
                          <a:ea typeface="+mn-ea"/>
                          <a:cs typeface="Arial" panose="020B0604020202020204" pitchFamily="34" charset="0"/>
                        </a:rPr>
                        <a:t>Street Address2</a:t>
                      </a:r>
                      <a:endParaRPr lang="en-US" sz="1400" dirty="0">
                        <a:latin typeface="Arial" panose="020B0604020202020204" pitchFamily="34" charset="0"/>
                        <a:cs typeface="Arial" panose="020B0604020202020204" pitchFamily="3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3917121269"/>
                  </a:ext>
                </a:extLst>
              </a:tr>
            </a:tbl>
          </a:graphicData>
        </a:graphic>
      </p:graphicFrame>
    </p:spTree>
    <p:extLst>
      <p:ext uri="{BB962C8B-B14F-4D97-AF65-F5344CB8AC3E}">
        <p14:creationId xmlns:p14="http://schemas.microsoft.com/office/powerpoint/2010/main" val="14947535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1">
            <a:extLst>
              <a:ext uri="{FF2B5EF4-FFF2-40B4-BE49-F238E27FC236}">
                <a16:creationId xmlns:a16="http://schemas.microsoft.com/office/drawing/2014/main" id="{6B8B171F-28DD-4C9D-940C-33C26F87061D}"/>
              </a:ext>
            </a:extLst>
          </p:cNvPr>
          <p:cNvSpPr>
            <a:spLocks noGrp="1"/>
          </p:cNvSpPr>
          <p:nvPr>
            <p:ph type="title"/>
          </p:nvPr>
        </p:nvSpPr>
        <p:spPr>
          <a:xfrm>
            <a:off x="677370" y="247789"/>
            <a:ext cx="10058400" cy="392861"/>
          </a:xfrm>
        </p:spPr>
        <p:txBody>
          <a:bodyPr>
            <a:noAutofit/>
          </a:bodyPr>
          <a:lstStyle/>
          <a:p>
            <a:r>
              <a:rPr lang="en-US" sz="3600" b="1" dirty="0"/>
              <a:t>Statistical Significance Tests Analysis</a:t>
            </a:r>
          </a:p>
        </p:txBody>
      </p:sp>
      <p:sp>
        <p:nvSpPr>
          <p:cNvPr id="8" name="Rounded Rectangle 529">
            <a:extLst>
              <a:ext uri="{FF2B5EF4-FFF2-40B4-BE49-F238E27FC236}">
                <a16:creationId xmlns:a16="http://schemas.microsoft.com/office/drawing/2014/main" id="{2929492B-5B20-4A82-BE46-5695784932F9}"/>
              </a:ext>
            </a:extLst>
          </p:cNvPr>
          <p:cNvSpPr/>
          <p:nvPr/>
        </p:nvSpPr>
        <p:spPr>
          <a:xfrm>
            <a:off x="457199" y="990969"/>
            <a:ext cx="11094721" cy="306467"/>
          </a:xfrm>
          <a:prstGeom prst="roundRect">
            <a:avLst/>
          </a:prstGeom>
          <a:ln>
            <a:solidFill>
              <a:schemeClr val="accent2"/>
            </a:solidFill>
          </a:ln>
        </p:spPr>
        <p:txBody>
          <a:bodyPr wrap="square">
            <a:spAutoFit/>
          </a:bodyPr>
          <a:lstStyle/>
          <a:p>
            <a:pPr marL="0" lvl="3" algn="ctr" defTabSz="957263">
              <a:spcBef>
                <a:spcPts val="400"/>
              </a:spcBef>
              <a:defRPr/>
            </a:pPr>
            <a:r>
              <a:rPr lang="en-US" sz="1200" kern="0" dirty="0">
                <a:latin typeface="Arial" pitchFamily="34" charset="0"/>
                <a:cs typeface="Arial" pitchFamily="34" charset="0"/>
              </a:rPr>
              <a:t>Significance and Correlations Analysis was performed to identify list of features which impact the </a:t>
            </a:r>
            <a:r>
              <a:rPr lang="en-US" sz="1200" dirty="0">
                <a:latin typeface="Arial" panose="020B0604020202020204" pitchFamily="34" charset="0"/>
                <a:cs typeface="Arial" panose="020B0604020202020204" pitchFamily="34" charset="0"/>
              </a:rPr>
              <a:t>Avg Monthly Spend</a:t>
            </a:r>
            <a:endParaRPr lang="en-US" sz="1200" kern="0" dirty="0">
              <a:latin typeface="Arial" pitchFamily="34" charset="0"/>
              <a:cs typeface="Arial" pitchFamily="34" charset="0"/>
            </a:endParaRPr>
          </a:p>
        </p:txBody>
      </p:sp>
      <p:grpSp>
        <p:nvGrpSpPr>
          <p:cNvPr id="260" name="Group 259">
            <a:extLst>
              <a:ext uri="{FF2B5EF4-FFF2-40B4-BE49-F238E27FC236}">
                <a16:creationId xmlns:a16="http://schemas.microsoft.com/office/drawing/2014/main" id="{702CF4DD-E0FD-4628-BA56-C7E505444D06}"/>
              </a:ext>
            </a:extLst>
          </p:cNvPr>
          <p:cNvGrpSpPr/>
          <p:nvPr/>
        </p:nvGrpSpPr>
        <p:grpSpPr>
          <a:xfrm>
            <a:off x="3717587" y="1791520"/>
            <a:ext cx="4417031" cy="583148"/>
            <a:chOff x="522750" y="1851957"/>
            <a:chExt cx="6259732" cy="807407"/>
          </a:xfrm>
        </p:grpSpPr>
        <p:sp>
          <p:nvSpPr>
            <p:cNvPr id="255" name="Rectangle 254">
              <a:extLst>
                <a:ext uri="{FF2B5EF4-FFF2-40B4-BE49-F238E27FC236}">
                  <a16:creationId xmlns:a16="http://schemas.microsoft.com/office/drawing/2014/main" id="{30BED0C0-C4CA-4877-89AA-28B6501140FE}"/>
                </a:ext>
              </a:extLst>
            </p:cNvPr>
            <p:cNvSpPr/>
            <p:nvPr/>
          </p:nvSpPr>
          <p:spPr bwMode="auto">
            <a:xfrm>
              <a:off x="522750" y="1851958"/>
              <a:ext cx="2011680" cy="807406"/>
            </a:xfrm>
            <a:prstGeom prst="rect">
              <a:avLst/>
            </a:prstGeom>
            <a:solidFill>
              <a:srgbClr val="002776"/>
            </a:solidFill>
            <a:ln w="6350" cap="flat" cmpd="sng" algn="ctr">
              <a:solidFill>
                <a:srgbClr val="002776"/>
              </a:solidFill>
              <a:prstDash val="solid"/>
              <a:round/>
              <a:headEnd type="none" w="med" len="med"/>
              <a:tailEnd type="none" w="med" len="med"/>
            </a:ln>
            <a:effectLst/>
          </p:spPr>
          <p:txBody>
            <a:bodyPr vert="horz" wrap="square" lIns="90000" tIns="90000" rIns="90000" bIns="90000" numCol="1" rtlCol="0" anchor="ctr" anchorCtr="0" compatLnSpc="1">
              <a:prstTxWarp prst="textNoShape">
                <a:avLst/>
              </a:prstTxWarp>
            </a:bodyPr>
            <a:lstStyle/>
            <a:p>
              <a:pPr marL="14288" marR="0" lvl="0" indent="-14288" algn="ctr" defTabSz="1042988" eaLnBrk="0" fontAlgn="base" latinLnBrk="0" hangingPunct="0">
                <a:lnSpc>
                  <a:spcPct val="110000"/>
                </a:lnSpc>
                <a:spcBef>
                  <a:spcPct val="0"/>
                </a:spcBef>
                <a:spcAft>
                  <a:spcPct val="0"/>
                </a:spcAft>
                <a:buClrTx/>
                <a:buSzTx/>
                <a:buFontTx/>
                <a:buNone/>
                <a:tabLst/>
                <a:defRPr/>
              </a:pPr>
              <a:r>
                <a:rPr kumimoji="0" lang="en-GB" sz="1400" b="1" i="0" u="none" strike="noStrike" kern="0" cap="none" spc="0" normalizeH="0" baseline="0" noProof="0" dirty="0">
                  <a:ln>
                    <a:noFill/>
                  </a:ln>
                  <a:solidFill>
                    <a:srgbClr val="FFFFFF"/>
                  </a:solidFill>
                  <a:effectLst/>
                  <a:uLnTx/>
                  <a:uFillTx/>
                  <a:latin typeface="Arial" panose="020B0604020202020204" pitchFamily="34" charset="0"/>
                  <a:cs typeface="Arial" panose="020B0604020202020204" pitchFamily="34" charset="0"/>
                </a:rPr>
                <a:t>1. </a:t>
              </a:r>
              <a:r>
                <a:rPr lang="en-GB" sz="1400" b="1" kern="0" dirty="0">
                  <a:solidFill>
                    <a:srgbClr val="FFFFFF"/>
                  </a:solidFill>
                  <a:latin typeface="Arial" panose="020B0604020202020204" pitchFamily="34" charset="0"/>
                  <a:cs typeface="Arial" panose="020B0604020202020204" pitchFamily="34" charset="0"/>
                </a:rPr>
                <a:t>Gender</a:t>
              </a:r>
              <a:endParaRPr kumimoji="0" lang="en-GB" sz="1400" b="1" i="0" u="none" strike="noStrike" kern="0" cap="none" spc="0" normalizeH="0" baseline="0" noProof="0" dirty="0">
                <a:ln>
                  <a:noFill/>
                </a:ln>
                <a:solidFill>
                  <a:srgbClr val="FFFFFF"/>
                </a:solidFill>
                <a:effectLst/>
                <a:uLnTx/>
                <a:uFillTx/>
                <a:latin typeface="Arial" panose="020B0604020202020204" pitchFamily="34" charset="0"/>
                <a:cs typeface="Arial" panose="020B0604020202020204" pitchFamily="34" charset="0"/>
              </a:endParaRPr>
            </a:p>
          </p:txBody>
        </p:sp>
        <p:sp>
          <p:nvSpPr>
            <p:cNvPr id="256" name="Rectangle 255">
              <a:extLst>
                <a:ext uri="{FF2B5EF4-FFF2-40B4-BE49-F238E27FC236}">
                  <a16:creationId xmlns:a16="http://schemas.microsoft.com/office/drawing/2014/main" id="{7BBF0DD7-DF5F-46E6-99C1-314A6DFDB4C5}"/>
                </a:ext>
              </a:extLst>
            </p:cNvPr>
            <p:cNvSpPr/>
            <p:nvPr/>
          </p:nvSpPr>
          <p:spPr bwMode="auto">
            <a:xfrm>
              <a:off x="2572654" y="1851958"/>
              <a:ext cx="2198148" cy="807406"/>
            </a:xfrm>
            <a:prstGeom prst="rect">
              <a:avLst/>
            </a:prstGeom>
            <a:solidFill>
              <a:srgbClr val="00A1DE"/>
            </a:solidFill>
            <a:ln w="6350" cap="flat" cmpd="sng" algn="ctr">
              <a:solidFill>
                <a:srgbClr val="00A1DE"/>
              </a:solidFill>
              <a:prstDash val="solid"/>
              <a:round/>
              <a:headEnd type="none" w="med" len="med"/>
              <a:tailEnd type="none" w="med" len="med"/>
            </a:ln>
            <a:effectLst/>
          </p:spPr>
          <p:txBody>
            <a:bodyPr vert="horz" wrap="square" lIns="90000" tIns="90000" rIns="90000" bIns="90000" numCol="1" rtlCol="0" anchor="ctr" anchorCtr="0" compatLnSpc="1">
              <a:prstTxWarp prst="textNoShape">
                <a:avLst/>
              </a:prstTxWarp>
            </a:bodyPr>
            <a:lstStyle/>
            <a:p>
              <a:pPr marL="14288" marR="0" lvl="0" indent="-14288" algn="ctr" defTabSz="1042988" eaLnBrk="0" fontAlgn="base" latinLnBrk="0" hangingPunct="0">
                <a:lnSpc>
                  <a:spcPct val="110000"/>
                </a:lnSpc>
                <a:spcBef>
                  <a:spcPct val="0"/>
                </a:spcBef>
                <a:spcAft>
                  <a:spcPct val="0"/>
                </a:spcAft>
                <a:buClrTx/>
                <a:buSzTx/>
                <a:buFontTx/>
                <a:buNone/>
                <a:tabLst/>
                <a:defRPr/>
              </a:pPr>
              <a:r>
                <a:rPr kumimoji="0" lang="en-GB" sz="1400" b="1" i="0" u="none" strike="noStrike" kern="0" cap="none" spc="0" normalizeH="0" baseline="0" noProof="0" dirty="0">
                  <a:ln>
                    <a:noFill/>
                  </a:ln>
                  <a:solidFill>
                    <a:srgbClr val="FFFFFF"/>
                  </a:solidFill>
                  <a:effectLst/>
                  <a:uLnTx/>
                  <a:uFillTx/>
                  <a:latin typeface="Arial" panose="020B0604020202020204" pitchFamily="34" charset="0"/>
                  <a:cs typeface="Arial" panose="020B0604020202020204" pitchFamily="34" charset="0"/>
                </a:rPr>
                <a:t>2. Occupation</a:t>
              </a:r>
            </a:p>
          </p:txBody>
        </p:sp>
        <p:sp>
          <p:nvSpPr>
            <p:cNvPr id="257" name="Rectangle 256">
              <a:extLst>
                <a:ext uri="{FF2B5EF4-FFF2-40B4-BE49-F238E27FC236}">
                  <a16:creationId xmlns:a16="http://schemas.microsoft.com/office/drawing/2014/main" id="{128372B3-F194-4983-B8C3-1E7692AC8412}"/>
                </a:ext>
              </a:extLst>
            </p:cNvPr>
            <p:cNvSpPr/>
            <p:nvPr/>
          </p:nvSpPr>
          <p:spPr bwMode="auto">
            <a:xfrm>
              <a:off x="4770802" y="1851957"/>
              <a:ext cx="2011680" cy="807406"/>
            </a:xfrm>
            <a:prstGeom prst="rect">
              <a:avLst/>
            </a:prstGeom>
            <a:solidFill>
              <a:srgbClr val="72C7E7"/>
            </a:solidFill>
            <a:ln w="6350" cap="flat" cmpd="sng" algn="ctr">
              <a:solidFill>
                <a:srgbClr val="72C7E7"/>
              </a:solidFill>
              <a:prstDash val="solid"/>
              <a:round/>
              <a:headEnd type="none" w="med" len="med"/>
              <a:tailEnd type="none" w="med" len="med"/>
            </a:ln>
            <a:effectLst/>
          </p:spPr>
          <p:txBody>
            <a:bodyPr vert="horz" wrap="square" lIns="90000" tIns="90000" rIns="90000" bIns="90000" numCol="1" rtlCol="0" anchor="ctr" anchorCtr="0" compatLnSpc="1">
              <a:prstTxWarp prst="textNoShape">
                <a:avLst/>
              </a:prstTxWarp>
            </a:bodyPr>
            <a:lstStyle/>
            <a:p>
              <a:pPr marL="14288" marR="0" lvl="0" indent="-14288" algn="ctr" defTabSz="1042988" eaLnBrk="0" fontAlgn="base" latinLnBrk="0" hangingPunct="0">
                <a:lnSpc>
                  <a:spcPct val="110000"/>
                </a:lnSpc>
                <a:spcBef>
                  <a:spcPct val="0"/>
                </a:spcBef>
                <a:spcAft>
                  <a:spcPct val="0"/>
                </a:spcAft>
                <a:buClrTx/>
                <a:buSzTx/>
                <a:buFontTx/>
                <a:buNone/>
                <a:tabLst/>
                <a:defRPr/>
              </a:pPr>
              <a:r>
                <a:rPr kumimoji="0" lang="en-GB" sz="1400" b="1" i="0" u="none" strike="noStrike" kern="0" cap="none" spc="0" normalizeH="0" baseline="0" noProof="0" dirty="0">
                  <a:ln>
                    <a:noFill/>
                  </a:ln>
                  <a:solidFill>
                    <a:srgbClr val="FFFFFF"/>
                  </a:solidFill>
                  <a:effectLst/>
                  <a:uLnTx/>
                  <a:uFillTx/>
                  <a:latin typeface="Arial" panose="020B0604020202020204" pitchFamily="34" charset="0"/>
                  <a:cs typeface="Arial" panose="020B0604020202020204" pitchFamily="34" charset="0"/>
                </a:rPr>
                <a:t>3. Marital Status</a:t>
              </a:r>
            </a:p>
          </p:txBody>
        </p:sp>
      </p:grpSp>
      <p:sp>
        <p:nvSpPr>
          <p:cNvPr id="264" name="TextBox 263">
            <a:extLst>
              <a:ext uri="{FF2B5EF4-FFF2-40B4-BE49-F238E27FC236}">
                <a16:creationId xmlns:a16="http://schemas.microsoft.com/office/drawing/2014/main" id="{7CC46CE2-0F63-4353-B369-DA87E1719AA0}"/>
              </a:ext>
            </a:extLst>
          </p:cNvPr>
          <p:cNvSpPr txBox="1"/>
          <p:nvPr/>
        </p:nvSpPr>
        <p:spPr>
          <a:xfrm>
            <a:off x="3471725" y="1366149"/>
            <a:ext cx="5726861" cy="307777"/>
          </a:xfrm>
          <a:prstGeom prst="rect">
            <a:avLst/>
          </a:prstGeom>
          <a:noFill/>
        </p:spPr>
        <p:txBody>
          <a:bodyPr wrap="square">
            <a:spAutoFit/>
          </a:bodyPr>
          <a:lstStyle/>
          <a:p>
            <a:r>
              <a:rPr lang="en-US" sz="1400" b="1" dirty="0">
                <a:latin typeface="Arial" panose="020B0604020202020204" pitchFamily="34" charset="0"/>
                <a:cs typeface="Arial" panose="020B0604020202020204" pitchFamily="34" charset="0"/>
              </a:rPr>
              <a:t>Top 3 Categorical features impacting the Avg Monthly Spend</a:t>
            </a:r>
          </a:p>
        </p:txBody>
      </p:sp>
      <p:cxnSp>
        <p:nvCxnSpPr>
          <p:cNvPr id="266" name="Straight Arrow Connector 265">
            <a:extLst>
              <a:ext uri="{FF2B5EF4-FFF2-40B4-BE49-F238E27FC236}">
                <a16:creationId xmlns:a16="http://schemas.microsoft.com/office/drawing/2014/main" id="{B80DDE0D-F163-4291-8446-F546E0D73BDA}"/>
              </a:ext>
            </a:extLst>
          </p:cNvPr>
          <p:cNvCxnSpPr>
            <a:cxnSpLocks/>
          </p:cNvCxnSpPr>
          <p:nvPr/>
        </p:nvCxnSpPr>
        <p:spPr>
          <a:xfrm flipH="1">
            <a:off x="2054445" y="1673926"/>
            <a:ext cx="790022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8" name="TextBox 277">
            <a:extLst>
              <a:ext uri="{FF2B5EF4-FFF2-40B4-BE49-F238E27FC236}">
                <a16:creationId xmlns:a16="http://schemas.microsoft.com/office/drawing/2014/main" id="{2A1B2C65-7908-4DA1-826D-32A312CE61C9}"/>
              </a:ext>
            </a:extLst>
          </p:cNvPr>
          <p:cNvSpPr txBox="1"/>
          <p:nvPr/>
        </p:nvSpPr>
        <p:spPr>
          <a:xfrm>
            <a:off x="3545866" y="2910301"/>
            <a:ext cx="5367636" cy="307777"/>
          </a:xfrm>
          <a:prstGeom prst="rect">
            <a:avLst/>
          </a:prstGeom>
          <a:noFill/>
        </p:spPr>
        <p:txBody>
          <a:bodyPr wrap="square">
            <a:spAutoFit/>
          </a:bodyPr>
          <a:lstStyle/>
          <a:p>
            <a:r>
              <a:rPr lang="en-US" sz="1400" b="1" dirty="0">
                <a:latin typeface="Arial" panose="020B0604020202020204" pitchFamily="34" charset="0"/>
                <a:cs typeface="Arial" panose="020B0604020202020204" pitchFamily="34" charset="0"/>
              </a:rPr>
              <a:t>Top 3 Numerical features impacting Avg Monthly Spend</a:t>
            </a:r>
          </a:p>
        </p:txBody>
      </p:sp>
      <p:sp>
        <p:nvSpPr>
          <p:cNvPr id="279" name="TextBox 278">
            <a:extLst>
              <a:ext uri="{FF2B5EF4-FFF2-40B4-BE49-F238E27FC236}">
                <a16:creationId xmlns:a16="http://schemas.microsoft.com/office/drawing/2014/main" id="{BF293413-8F6A-48B5-91CA-330E08660867}"/>
              </a:ext>
            </a:extLst>
          </p:cNvPr>
          <p:cNvSpPr txBox="1"/>
          <p:nvPr/>
        </p:nvSpPr>
        <p:spPr>
          <a:xfrm>
            <a:off x="1058878" y="5471209"/>
            <a:ext cx="10733692" cy="523220"/>
          </a:xfrm>
          <a:prstGeom prst="rect">
            <a:avLst/>
          </a:prstGeom>
          <a:noFill/>
        </p:spPr>
        <p:txBody>
          <a:bodyPr wrap="square">
            <a:spAutoFit/>
          </a:bodyPr>
          <a:lstStyle/>
          <a:p>
            <a:r>
              <a:rPr lang="en-US" sz="1400" b="1" dirty="0">
                <a:latin typeface="Arial" panose="020B0604020202020204" pitchFamily="34" charset="0"/>
                <a:cs typeface="Arial" panose="020B0604020202020204" pitchFamily="34" charset="0"/>
              </a:rPr>
              <a:t>Least impacting features on Avg Monthly Spend : </a:t>
            </a:r>
            <a:r>
              <a:rPr lang="en-US" sz="1400" dirty="0">
                <a:latin typeface="Arial" panose="020B0604020202020204" pitchFamily="34" charset="0"/>
                <a:cs typeface="Arial" panose="020B0604020202020204" pitchFamily="34" charset="0"/>
              </a:rPr>
              <a:t>Home Owner Status, Education Level, ZipCode, Age	</a:t>
            </a:r>
          </a:p>
          <a:p>
            <a:endParaRPr lang="en-US" sz="1400" dirty="0">
              <a:latin typeface="Arial" panose="020B0604020202020204" pitchFamily="34" charset="0"/>
              <a:cs typeface="Arial" panose="020B0604020202020204" pitchFamily="34" charset="0"/>
            </a:endParaRPr>
          </a:p>
        </p:txBody>
      </p:sp>
      <p:graphicFrame>
        <p:nvGraphicFramePr>
          <p:cNvPr id="3" name="Table 2">
            <a:extLst>
              <a:ext uri="{FF2B5EF4-FFF2-40B4-BE49-F238E27FC236}">
                <a16:creationId xmlns:a16="http://schemas.microsoft.com/office/drawing/2014/main" id="{4E51D7C6-17C4-58B3-352D-7DCE5D4FF9C3}"/>
              </a:ext>
            </a:extLst>
          </p:cNvPr>
          <p:cNvGraphicFramePr>
            <a:graphicFrameLocks noGrp="1"/>
          </p:cNvGraphicFramePr>
          <p:nvPr>
            <p:extLst>
              <p:ext uri="{D42A27DB-BD31-4B8C-83A1-F6EECF244321}">
                <p14:modId xmlns:p14="http://schemas.microsoft.com/office/powerpoint/2010/main" val="1837491950"/>
              </p:ext>
            </p:extLst>
          </p:nvPr>
        </p:nvGraphicFramePr>
        <p:xfrm>
          <a:off x="3717586" y="3429000"/>
          <a:ext cx="4437873" cy="1608600"/>
        </p:xfrm>
        <a:graphic>
          <a:graphicData uri="http://schemas.openxmlformats.org/drawingml/2006/table">
            <a:tbl>
              <a:tblPr firstRow="1" bandRow="1">
                <a:tableStyleId>{7E9639D4-E3E2-4D34-9284-5A2195B3D0D7}</a:tableStyleId>
              </a:tblPr>
              <a:tblGrid>
                <a:gridCol w="4437873">
                  <a:extLst>
                    <a:ext uri="{9D8B030D-6E8A-4147-A177-3AD203B41FA5}">
                      <a16:colId xmlns:a16="http://schemas.microsoft.com/office/drawing/2014/main" val="3930506583"/>
                    </a:ext>
                  </a:extLst>
                </a:gridCol>
              </a:tblGrid>
              <a:tr h="402150">
                <a:tc>
                  <a:txBody>
                    <a:bodyPr/>
                    <a:lstStyle/>
                    <a:p>
                      <a:pPr algn="just"/>
                      <a:r>
                        <a:rPr lang="en-US" sz="1400" dirty="0">
                          <a:latin typeface="Arial" panose="020B0604020202020204" pitchFamily="34" charset="0"/>
                          <a:cs typeface="Arial" panose="020B0604020202020204" pitchFamily="34" charset="0"/>
                        </a:rPr>
                        <a:t>Independent</a:t>
                      </a:r>
                      <a:r>
                        <a:rPr lang="en-US" dirty="0"/>
                        <a:t> Variable</a:t>
                      </a:r>
                    </a:p>
                  </a:txBody>
                  <a:tcPr/>
                </a:tc>
                <a:extLst>
                  <a:ext uri="{0D108BD9-81ED-4DB2-BD59-A6C34878D82A}">
                    <a16:rowId xmlns:a16="http://schemas.microsoft.com/office/drawing/2014/main" val="220837652"/>
                  </a:ext>
                </a:extLst>
              </a:tr>
              <a:tr h="402150">
                <a:tc>
                  <a:txBody>
                    <a:bodyPr/>
                    <a:lstStyle/>
                    <a:p>
                      <a:pPr marL="0" algn="l" defTabSz="914400" rtl="0" eaLnBrk="1" fontAlgn="b" latinLnBrk="0" hangingPunct="1">
                        <a:buNone/>
                      </a:pPr>
                      <a:r>
                        <a:rPr lang="en-US" sz="1400" kern="1200" dirty="0">
                          <a:solidFill>
                            <a:schemeClr val="tx1"/>
                          </a:solidFill>
                          <a:latin typeface="Arial" panose="020B0604020202020204" pitchFamily="34" charset="0"/>
                          <a:ea typeface="+mn-ea"/>
                          <a:cs typeface="Arial" panose="020B0604020202020204" pitchFamily="34" charset="0"/>
                        </a:rPr>
                        <a:t>  Number of Children At Home</a:t>
                      </a:r>
                    </a:p>
                  </a:txBody>
                  <a:tcPr marL="9525" marR="9525" marT="9525" marB="0" anchor="b"/>
                </a:tc>
                <a:extLst>
                  <a:ext uri="{0D108BD9-81ED-4DB2-BD59-A6C34878D82A}">
                    <a16:rowId xmlns:a16="http://schemas.microsoft.com/office/drawing/2014/main" val="4186694142"/>
                  </a:ext>
                </a:extLst>
              </a:tr>
              <a:tr h="402150">
                <a:tc>
                  <a:txBody>
                    <a:bodyPr/>
                    <a:lstStyle/>
                    <a:p>
                      <a:pPr marL="0" algn="l" defTabSz="914400" rtl="0" eaLnBrk="1" fontAlgn="b" latinLnBrk="0" hangingPunct="1">
                        <a:buNone/>
                      </a:pPr>
                      <a:r>
                        <a:rPr lang="en-US" sz="1400" kern="1200" dirty="0">
                          <a:solidFill>
                            <a:schemeClr val="tx1"/>
                          </a:solidFill>
                          <a:latin typeface="Arial" panose="020B0604020202020204" pitchFamily="34" charset="0"/>
                          <a:ea typeface="+mn-ea"/>
                          <a:cs typeface="Arial" panose="020B0604020202020204" pitchFamily="34" charset="0"/>
                        </a:rPr>
                        <a:t>  Annual Income</a:t>
                      </a:r>
                    </a:p>
                  </a:txBody>
                  <a:tcPr marL="9525" marR="9525" marT="9525" marB="0" anchor="b"/>
                </a:tc>
                <a:extLst>
                  <a:ext uri="{0D108BD9-81ED-4DB2-BD59-A6C34878D82A}">
                    <a16:rowId xmlns:a16="http://schemas.microsoft.com/office/drawing/2014/main" val="666067292"/>
                  </a:ext>
                </a:extLst>
              </a:tr>
              <a:tr h="402150">
                <a:tc>
                  <a:txBody>
                    <a:bodyPr/>
                    <a:lstStyle/>
                    <a:p>
                      <a:pPr marL="0" algn="l" defTabSz="914400" rtl="0" eaLnBrk="1" fontAlgn="b" latinLnBrk="0" hangingPunct="1">
                        <a:buNone/>
                      </a:pPr>
                      <a:r>
                        <a:rPr lang="en-US" sz="1400" kern="1200" dirty="0">
                          <a:solidFill>
                            <a:schemeClr val="tx1"/>
                          </a:solidFill>
                          <a:latin typeface="Arial" panose="020B0604020202020204" pitchFamily="34" charset="0"/>
                          <a:ea typeface="+mn-ea"/>
                          <a:cs typeface="Arial" panose="020B0604020202020204" pitchFamily="34" charset="0"/>
                        </a:rPr>
                        <a:t>  Total Number of Children</a:t>
                      </a:r>
                    </a:p>
                  </a:txBody>
                  <a:tcPr marL="9525" marR="9525" marT="9525" marB="0" anchor="b"/>
                </a:tc>
                <a:extLst>
                  <a:ext uri="{0D108BD9-81ED-4DB2-BD59-A6C34878D82A}">
                    <a16:rowId xmlns:a16="http://schemas.microsoft.com/office/drawing/2014/main" val="374709775"/>
                  </a:ext>
                </a:extLst>
              </a:tr>
            </a:tbl>
          </a:graphicData>
        </a:graphic>
      </p:graphicFrame>
    </p:spTree>
    <p:extLst>
      <p:ext uri="{BB962C8B-B14F-4D97-AF65-F5344CB8AC3E}">
        <p14:creationId xmlns:p14="http://schemas.microsoft.com/office/powerpoint/2010/main" val="28039096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C40481-0E88-2509-DB8A-3FA87F1F9166}"/>
            </a:ext>
          </a:extLst>
        </p:cNvPr>
        <p:cNvGrpSpPr/>
        <p:nvPr/>
      </p:nvGrpSpPr>
      <p:grpSpPr>
        <a:xfrm>
          <a:off x="0" y="0"/>
          <a:ext cx="0" cy="0"/>
          <a:chOff x="0" y="0"/>
          <a:chExt cx="0" cy="0"/>
        </a:xfrm>
      </p:grpSpPr>
      <p:sp>
        <p:nvSpPr>
          <p:cNvPr id="21" name="Title 1">
            <a:extLst>
              <a:ext uri="{FF2B5EF4-FFF2-40B4-BE49-F238E27FC236}">
                <a16:creationId xmlns:a16="http://schemas.microsoft.com/office/drawing/2014/main" id="{7EE2244C-0947-43A5-6DE3-296FF6EC6CDA}"/>
              </a:ext>
            </a:extLst>
          </p:cNvPr>
          <p:cNvSpPr>
            <a:spLocks noGrp="1"/>
          </p:cNvSpPr>
          <p:nvPr>
            <p:ph type="title"/>
          </p:nvPr>
        </p:nvSpPr>
        <p:spPr>
          <a:xfrm>
            <a:off x="716280" y="281840"/>
            <a:ext cx="10986094" cy="627797"/>
          </a:xfrm>
        </p:spPr>
        <p:txBody>
          <a:bodyPr>
            <a:normAutofit fontScale="90000"/>
          </a:bodyPr>
          <a:lstStyle/>
          <a:p>
            <a:r>
              <a:rPr lang="en-US" sz="4000" b="1" dirty="0"/>
              <a:t>Statistical Significance Tests Analysis </a:t>
            </a:r>
            <a:r>
              <a:rPr lang="en-US" b="1" dirty="0"/>
              <a:t>(contd..)</a:t>
            </a:r>
          </a:p>
        </p:txBody>
      </p:sp>
      <p:sp>
        <p:nvSpPr>
          <p:cNvPr id="8" name="Rounded Rectangle 529">
            <a:extLst>
              <a:ext uri="{FF2B5EF4-FFF2-40B4-BE49-F238E27FC236}">
                <a16:creationId xmlns:a16="http://schemas.microsoft.com/office/drawing/2014/main" id="{63C72B92-BC35-5366-7A63-F70908BA029F}"/>
              </a:ext>
            </a:extLst>
          </p:cNvPr>
          <p:cNvSpPr/>
          <p:nvPr/>
        </p:nvSpPr>
        <p:spPr>
          <a:xfrm>
            <a:off x="933855" y="990969"/>
            <a:ext cx="10618065" cy="408623"/>
          </a:xfrm>
          <a:prstGeom prst="roundRect">
            <a:avLst/>
          </a:prstGeom>
          <a:ln>
            <a:solidFill>
              <a:schemeClr val="accent2"/>
            </a:solidFill>
          </a:ln>
        </p:spPr>
        <p:txBody>
          <a:bodyPr wrap="square">
            <a:spAutoFit/>
          </a:bodyPr>
          <a:lstStyle/>
          <a:p>
            <a:pPr algn="ctr"/>
            <a:r>
              <a:rPr lang="en-US" dirty="0"/>
              <a:t> </a:t>
            </a:r>
            <a:r>
              <a:rPr lang="en-US" sz="1400" dirty="0">
                <a:latin typeface="Arial" panose="020B0604020202020204" pitchFamily="34" charset="0"/>
                <a:cs typeface="Arial" panose="020B0604020202020204" pitchFamily="34" charset="0"/>
              </a:rPr>
              <a:t>Listed the associated features in the descending order of influence on the target variable(Avg Monthly Spend)</a:t>
            </a:r>
          </a:p>
        </p:txBody>
      </p:sp>
      <p:sp>
        <p:nvSpPr>
          <p:cNvPr id="279" name="TextBox 278">
            <a:extLst>
              <a:ext uri="{FF2B5EF4-FFF2-40B4-BE49-F238E27FC236}">
                <a16:creationId xmlns:a16="http://schemas.microsoft.com/office/drawing/2014/main" id="{BDCF20A2-AEC5-EC80-A236-40CF2B258743}"/>
              </a:ext>
            </a:extLst>
          </p:cNvPr>
          <p:cNvSpPr txBox="1"/>
          <p:nvPr/>
        </p:nvSpPr>
        <p:spPr>
          <a:xfrm>
            <a:off x="959471" y="5525311"/>
            <a:ext cx="10915871" cy="646331"/>
          </a:xfrm>
          <a:prstGeom prst="rect">
            <a:avLst/>
          </a:prstGeom>
          <a:noFill/>
        </p:spPr>
        <p:txBody>
          <a:bodyPr wrap="square">
            <a:spAutoFit/>
          </a:bodyPr>
          <a:lstStyle/>
          <a:p>
            <a:r>
              <a:rPr lang="en-US" sz="1200" dirty="0">
                <a:latin typeface="Arial" panose="020B0604020202020204" pitchFamily="34" charset="0"/>
                <a:cs typeface="Arial" panose="020B0604020202020204" pitchFamily="34" charset="0"/>
              </a:rPr>
              <a:t>Note:  Numerical values are the absolute value of the correlation coefficients. Absolute value provided to easily sort the variables by the magnitude of their association with the target variable. None of the features have a negative correlation.</a:t>
            </a:r>
          </a:p>
          <a:p>
            <a:endParaRPr lang="en-US" sz="1200" dirty="0">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D7C62332-1499-8C7F-6277-B0C39AA26951}"/>
              </a:ext>
            </a:extLst>
          </p:cNvPr>
          <p:cNvPicPr>
            <a:picLocks noChangeAspect="1"/>
          </p:cNvPicPr>
          <p:nvPr/>
        </p:nvPicPr>
        <p:blipFill>
          <a:blip r:embed="rId2"/>
          <a:stretch>
            <a:fillRect/>
          </a:stretch>
        </p:blipFill>
        <p:spPr>
          <a:xfrm>
            <a:off x="4171750" y="1533370"/>
            <a:ext cx="4315427" cy="3858163"/>
          </a:xfrm>
          <a:prstGeom prst="rect">
            <a:avLst/>
          </a:prstGeom>
        </p:spPr>
      </p:pic>
    </p:spTree>
    <p:extLst>
      <p:ext uri="{BB962C8B-B14F-4D97-AF65-F5344CB8AC3E}">
        <p14:creationId xmlns:p14="http://schemas.microsoft.com/office/powerpoint/2010/main" val="13917961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1107E2-304C-7C50-AD21-C1430AA2DF8A}"/>
            </a:ext>
          </a:extLst>
        </p:cNvPr>
        <p:cNvGrpSpPr/>
        <p:nvPr/>
      </p:nvGrpSpPr>
      <p:grpSpPr>
        <a:xfrm>
          <a:off x="0" y="0"/>
          <a:ext cx="0" cy="0"/>
          <a:chOff x="0" y="0"/>
          <a:chExt cx="0" cy="0"/>
        </a:xfrm>
      </p:grpSpPr>
      <p:sp>
        <p:nvSpPr>
          <p:cNvPr id="21" name="Title 1">
            <a:extLst>
              <a:ext uri="{FF2B5EF4-FFF2-40B4-BE49-F238E27FC236}">
                <a16:creationId xmlns:a16="http://schemas.microsoft.com/office/drawing/2014/main" id="{862F7BC5-07B4-508D-5919-86129C7EF261}"/>
              </a:ext>
            </a:extLst>
          </p:cNvPr>
          <p:cNvSpPr>
            <a:spLocks noGrp="1"/>
          </p:cNvSpPr>
          <p:nvPr>
            <p:ph type="title"/>
          </p:nvPr>
        </p:nvSpPr>
        <p:spPr>
          <a:xfrm>
            <a:off x="677370" y="247789"/>
            <a:ext cx="10058400" cy="392861"/>
          </a:xfrm>
        </p:spPr>
        <p:txBody>
          <a:bodyPr>
            <a:noAutofit/>
          </a:bodyPr>
          <a:lstStyle/>
          <a:p>
            <a:r>
              <a:rPr lang="en-US" sz="3600" b="1" dirty="0"/>
              <a:t>Statistical Significance Tests Analysis</a:t>
            </a:r>
          </a:p>
        </p:txBody>
      </p:sp>
      <p:sp>
        <p:nvSpPr>
          <p:cNvPr id="8" name="Rounded Rectangle 529">
            <a:extLst>
              <a:ext uri="{FF2B5EF4-FFF2-40B4-BE49-F238E27FC236}">
                <a16:creationId xmlns:a16="http://schemas.microsoft.com/office/drawing/2014/main" id="{E7410EA2-E3E9-9612-6B7E-881C819A3866}"/>
              </a:ext>
            </a:extLst>
          </p:cNvPr>
          <p:cNvSpPr/>
          <p:nvPr/>
        </p:nvSpPr>
        <p:spPr>
          <a:xfrm>
            <a:off x="457199" y="990969"/>
            <a:ext cx="11094721" cy="306467"/>
          </a:xfrm>
          <a:prstGeom prst="roundRect">
            <a:avLst/>
          </a:prstGeom>
          <a:ln>
            <a:solidFill>
              <a:schemeClr val="accent2"/>
            </a:solidFill>
          </a:ln>
        </p:spPr>
        <p:txBody>
          <a:bodyPr wrap="square">
            <a:spAutoFit/>
          </a:bodyPr>
          <a:lstStyle/>
          <a:p>
            <a:pPr marL="0" lvl="3" algn="ctr" defTabSz="957263">
              <a:spcBef>
                <a:spcPts val="400"/>
              </a:spcBef>
              <a:defRPr/>
            </a:pPr>
            <a:r>
              <a:rPr lang="en-US" sz="1200" kern="0" dirty="0">
                <a:latin typeface="Arial" pitchFamily="34" charset="0"/>
                <a:cs typeface="Arial" pitchFamily="34" charset="0"/>
              </a:rPr>
              <a:t>Significance and Correlations Analysis was performed to identify list of features which impact the </a:t>
            </a:r>
            <a:r>
              <a:rPr lang="en-US" sz="1200" dirty="0">
                <a:latin typeface="Arial" panose="020B0604020202020204" pitchFamily="34" charset="0"/>
                <a:cs typeface="Arial" panose="020B0604020202020204" pitchFamily="34" charset="0"/>
              </a:rPr>
              <a:t>eBook subscriber flag</a:t>
            </a:r>
            <a:endParaRPr lang="en-US" sz="1200" kern="0" dirty="0">
              <a:latin typeface="Arial" pitchFamily="34" charset="0"/>
              <a:cs typeface="Arial" pitchFamily="34" charset="0"/>
            </a:endParaRPr>
          </a:p>
        </p:txBody>
      </p:sp>
      <p:grpSp>
        <p:nvGrpSpPr>
          <p:cNvPr id="260" name="Group 259">
            <a:extLst>
              <a:ext uri="{FF2B5EF4-FFF2-40B4-BE49-F238E27FC236}">
                <a16:creationId xmlns:a16="http://schemas.microsoft.com/office/drawing/2014/main" id="{A52C59A9-2122-AB42-5024-F9C6FAA7A204}"/>
              </a:ext>
            </a:extLst>
          </p:cNvPr>
          <p:cNvGrpSpPr/>
          <p:nvPr/>
        </p:nvGrpSpPr>
        <p:grpSpPr>
          <a:xfrm>
            <a:off x="3805056" y="1793454"/>
            <a:ext cx="4312428" cy="591383"/>
            <a:chOff x="522750" y="1851958"/>
            <a:chExt cx="6111490" cy="818809"/>
          </a:xfrm>
        </p:grpSpPr>
        <p:sp>
          <p:nvSpPr>
            <p:cNvPr id="255" name="Rectangle 254">
              <a:extLst>
                <a:ext uri="{FF2B5EF4-FFF2-40B4-BE49-F238E27FC236}">
                  <a16:creationId xmlns:a16="http://schemas.microsoft.com/office/drawing/2014/main" id="{4A1A7903-323E-E3C8-8760-8B1397F6C3EF}"/>
                </a:ext>
              </a:extLst>
            </p:cNvPr>
            <p:cNvSpPr/>
            <p:nvPr/>
          </p:nvSpPr>
          <p:spPr bwMode="auto">
            <a:xfrm>
              <a:off x="522750" y="1851958"/>
              <a:ext cx="2011680" cy="807406"/>
            </a:xfrm>
            <a:prstGeom prst="rect">
              <a:avLst/>
            </a:prstGeom>
            <a:solidFill>
              <a:srgbClr val="002776"/>
            </a:solidFill>
            <a:ln w="6350" cap="flat" cmpd="sng" algn="ctr">
              <a:solidFill>
                <a:srgbClr val="002776"/>
              </a:solidFill>
              <a:prstDash val="solid"/>
              <a:round/>
              <a:headEnd type="none" w="med" len="med"/>
              <a:tailEnd type="none" w="med" len="med"/>
            </a:ln>
            <a:effectLst/>
          </p:spPr>
          <p:txBody>
            <a:bodyPr vert="horz" wrap="square" lIns="90000" tIns="90000" rIns="90000" bIns="90000" numCol="1" rtlCol="0" anchor="ctr" anchorCtr="0" compatLnSpc="1">
              <a:prstTxWarp prst="textNoShape">
                <a:avLst/>
              </a:prstTxWarp>
            </a:bodyPr>
            <a:lstStyle/>
            <a:p>
              <a:pPr marL="14288" marR="0" lvl="0" indent="-14288" algn="ctr" defTabSz="1042988" eaLnBrk="0" fontAlgn="base" latinLnBrk="0" hangingPunct="0">
                <a:lnSpc>
                  <a:spcPct val="110000"/>
                </a:lnSpc>
                <a:spcBef>
                  <a:spcPct val="0"/>
                </a:spcBef>
                <a:spcAft>
                  <a:spcPct val="0"/>
                </a:spcAft>
                <a:buClrTx/>
                <a:buSzTx/>
                <a:buFontTx/>
                <a:buNone/>
                <a:tabLst/>
                <a:defRPr/>
              </a:pPr>
              <a:r>
                <a:rPr kumimoji="0" lang="en-GB" sz="1400" b="1" i="0" u="none" strike="noStrike" kern="0" cap="none" spc="0" normalizeH="0" baseline="0" noProof="0" dirty="0">
                  <a:ln>
                    <a:noFill/>
                  </a:ln>
                  <a:solidFill>
                    <a:srgbClr val="FFFFFF"/>
                  </a:solidFill>
                  <a:effectLst/>
                  <a:uLnTx/>
                  <a:uFillTx/>
                  <a:latin typeface="Arial" panose="020B0604020202020204" pitchFamily="34" charset="0"/>
                  <a:cs typeface="Arial" panose="020B0604020202020204" pitchFamily="34" charset="0"/>
                </a:rPr>
                <a:t>1. Marital Status</a:t>
              </a:r>
            </a:p>
          </p:txBody>
        </p:sp>
        <p:sp>
          <p:nvSpPr>
            <p:cNvPr id="256" name="Rectangle 255">
              <a:extLst>
                <a:ext uri="{FF2B5EF4-FFF2-40B4-BE49-F238E27FC236}">
                  <a16:creationId xmlns:a16="http://schemas.microsoft.com/office/drawing/2014/main" id="{50745F3B-907F-C4ED-3C96-DCC7A199D652}"/>
                </a:ext>
              </a:extLst>
            </p:cNvPr>
            <p:cNvSpPr/>
            <p:nvPr/>
          </p:nvSpPr>
          <p:spPr bwMode="auto">
            <a:xfrm>
              <a:off x="2572655" y="1851958"/>
              <a:ext cx="2011680" cy="807406"/>
            </a:xfrm>
            <a:prstGeom prst="rect">
              <a:avLst/>
            </a:prstGeom>
            <a:solidFill>
              <a:srgbClr val="00A1DE"/>
            </a:solidFill>
            <a:ln w="6350" cap="flat" cmpd="sng" algn="ctr">
              <a:solidFill>
                <a:srgbClr val="00A1DE"/>
              </a:solidFill>
              <a:prstDash val="solid"/>
              <a:round/>
              <a:headEnd type="none" w="med" len="med"/>
              <a:tailEnd type="none" w="med" len="med"/>
            </a:ln>
            <a:effectLst/>
          </p:spPr>
          <p:txBody>
            <a:bodyPr vert="horz" wrap="square" lIns="90000" tIns="90000" rIns="90000" bIns="90000" numCol="1" rtlCol="0" anchor="ctr" anchorCtr="0" compatLnSpc="1">
              <a:prstTxWarp prst="textNoShape">
                <a:avLst/>
              </a:prstTxWarp>
            </a:bodyPr>
            <a:lstStyle/>
            <a:p>
              <a:pPr marL="14288" marR="0" lvl="0" indent="-14288" algn="ctr" defTabSz="1042988" eaLnBrk="0" fontAlgn="base" latinLnBrk="0" hangingPunct="0">
                <a:lnSpc>
                  <a:spcPct val="110000"/>
                </a:lnSpc>
                <a:spcBef>
                  <a:spcPct val="0"/>
                </a:spcBef>
                <a:spcAft>
                  <a:spcPct val="0"/>
                </a:spcAft>
                <a:buClrTx/>
                <a:buSzTx/>
                <a:buFontTx/>
                <a:buNone/>
                <a:tabLst/>
                <a:defRPr/>
              </a:pPr>
              <a:r>
                <a:rPr kumimoji="0" lang="en-GB" sz="1400" b="1" i="0" u="none" strike="noStrike" kern="0" cap="none" spc="0" normalizeH="0" baseline="0" noProof="0" dirty="0">
                  <a:ln>
                    <a:noFill/>
                  </a:ln>
                  <a:solidFill>
                    <a:srgbClr val="FFFFFF"/>
                  </a:solidFill>
                  <a:effectLst/>
                  <a:uLnTx/>
                  <a:uFillTx/>
                  <a:latin typeface="Arial" panose="020B0604020202020204" pitchFamily="34" charset="0"/>
                  <a:cs typeface="Arial" panose="020B0604020202020204" pitchFamily="34" charset="0"/>
                </a:rPr>
                <a:t>2. </a:t>
              </a:r>
              <a:r>
                <a:rPr lang="en-GB" sz="1400" b="1" kern="0" dirty="0">
                  <a:solidFill>
                    <a:srgbClr val="FFFFFF"/>
                  </a:solidFill>
                  <a:latin typeface="Arial" panose="020B0604020202020204" pitchFamily="34" charset="0"/>
                  <a:cs typeface="Arial" panose="020B0604020202020204" pitchFamily="34" charset="0"/>
                </a:rPr>
                <a:t>Occupation</a:t>
              </a:r>
              <a:endParaRPr kumimoji="0" lang="en-GB" sz="1400" b="1" i="0" u="none" strike="noStrike" kern="0" cap="none" spc="0" normalizeH="0" baseline="0" noProof="0" dirty="0">
                <a:ln>
                  <a:noFill/>
                </a:ln>
                <a:solidFill>
                  <a:srgbClr val="FFFFFF"/>
                </a:solidFill>
                <a:effectLst/>
                <a:uLnTx/>
                <a:uFillTx/>
                <a:latin typeface="Arial" panose="020B0604020202020204" pitchFamily="34" charset="0"/>
                <a:cs typeface="Arial" panose="020B0604020202020204" pitchFamily="34" charset="0"/>
              </a:endParaRPr>
            </a:p>
          </p:txBody>
        </p:sp>
        <p:sp>
          <p:nvSpPr>
            <p:cNvPr id="257" name="Rectangle 256">
              <a:extLst>
                <a:ext uri="{FF2B5EF4-FFF2-40B4-BE49-F238E27FC236}">
                  <a16:creationId xmlns:a16="http://schemas.microsoft.com/office/drawing/2014/main" id="{501636AD-2D73-D795-CCAD-764ED2F3F494}"/>
                </a:ext>
              </a:extLst>
            </p:cNvPr>
            <p:cNvSpPr/>
            <p:nvPr/>
          </p:nvSpPr>
          <p:spPr bwMode="auto">
            <a:xfrm>
              <a:off x="4622560" y="1863361"/>
              <a:ext cx="2011680" cy="807406"/>
            </a:xfrm>
            <a:prstGeom prst="rect">
              <a:avLst/>
            </a:prstGeom>
            <a:solidFill>
              <a:srgbClr val="72C7E7"/>
            </a:solidFill>
            <a:ln w="6350" cap="flat" cmpd="sng" algn="ctr">
              <a:solidFill>
                <a:srgbClr val="72C7E7"/>
              </a:solidFill>
              <a:prstDash val="solid"/>
              <a:round/>
              <a:headEnd type="none" w="med" len="med"/>
              <a:tailEnd type="none" w="med" len="med"/>
            </a:ln>
            <a:effectLst/>
          </p:spPr>
          <p:txBody>
            <a:bodyPr vert="horz" wrap="square" lIns="90000" tIns="90000" rIns="90000" bIns="90000" numCol="1" rtlCol="0" anchor="ctr" anchorCtr="0" compatLnSpc="1">
              <a:prstTxWarp prst="textNoShape">
                <a:avLst/>
              </a:prstTxWarp>
            </a:bodyPr>
            <a:lstStyle/>
            <a:p>
              <a:pPr marL="14288" marR="0" lvl="0" indent="-14288" algn="ctr" defTabSz="1042988" eaLnBrk="0" fontAlgn="base" latinLnBrk="0" hangingPunct="0">
                <a:lnSpc>
                  <a:spcPct val="110000"/>
                </a:lnSpc>
                <a:spcBef>
                  <a:spcPct val="0"/>
                </a:spcBef>
                <a:spcAft>
                  <a:spcPct val="0"/>
                </a:spcAft>
                <a:buClrTx/>
                <a:buSzTx/>
                <a:buFontTx/>
                <a:buNone/>
                <a:tabLst/>
                <a:defRPr/>
              </a:pPr>
              <a:r>
                <a:rPr kumimoji="0" lang="en-GB" sz="1400" b="1" i="0" u="none" strike="noStrike" kern="0" cap="none" spc="0" normalizeH="0" baseline="0" noProof="0" dirty="0">
                  <a:ln>
                    <a:noFill/>
                  </a:ln>
                  <a:solidFill>
                    <a:srgbClr val="FFFFFF"/>
                  </a:solidFill>
                  <a:effectLst/>
                  <a:uLnTx/>
                  <a:uFillTx/>
                  <a:latin typeface="Arial" panose="020B0604020202020204" pitchFamily="34" charset="0"/>
                  <a:cs typeface="Arial" panose="020B0604020202020204" pitchFamily="34" charset="0"/>
                </a:rPr>
                <a:t>3. Gender</a:t>
              </a:r>
            </a:p>
          </p:txBody>
        </p:sp>
      </p:grpSp>
      <p:sp>
        <p:nvSpPr>
          <p:cNvPr id="264" name="TextBox 263">
            <a:extLst>
              <a:ext uri="{FF2B5EF4-FFF2-40B4-BE49-F238E27FC236}">
                <a16:creationId xmlns:a16="http://schemas.microsoft.com/office/drawing/2014/main" id="{3818E513-A57E-5C46-C422-5FDC35C25284}"/>
              </a:ext>
            </a:extLst>
          </p:cNvPr>
          <p:cNvSpPr txBox="1"/>
          <p:nvPr/>
        </p:nvSpPr>
        <p:spPr>
          <a:xfrm>
            <a:off x="3471725" y="1366149"/>
            <a:ext cx="5726861" cy="307777"/>
          </a:xfrm>
          <a:prstGeom prst="rect">
            <a:avLst/>
          </a:prstGeom>
          <a:noFill/>
        </p:spPr>
        <p:txBody>
          <a:bodyPr wrap="square">
            <a:spAutoFit/>
          </a:bodyPr>
          <a:lstStyle/>
          <a:p>
            <a:r>
              <a:rPr lang="en-US" sz="1400" b="1" dirty="0">
                <a:latin typeface="Arial" panose="020B0604020202020204" pitchFamily="34" charset="0"/>
                <a:cs typeface="Arial" panose="020B0604020202020204" pitchFamily="34" charset="0"/>
              </a:rPr>
              <a:t>Top 3 Categorical features impacting the eBook subscriber flag</a:t>
            </a:r>
          </a:p>
        </p:txBody>
      </p:sp>
      <p:cxnSp>
        <p:nvCxnSpPr>
          <p:cNvPr id="266" name="Straight Arrow Connector 265">
            <a:extLst>
              <a:ext uri="{FF2B5EF4-FFF2-40B4-BE49-F238E27FC236}">
                <a16:creationId xmlns:a16="http://schemas.microsoft.com/office/drawing/2014/main" id="{14D9F28B-95CD-EDF4-6A00-BFD3849FDA84}"/>
              </a:ext>
            </a:extLst>
          </p:cNvPr>
          <p:cNvCxnSpPr>
            <a:cxnSpLocks/>
          </p:cNvCxnSpPr>
          <p:nvPr/>
        </p:nvCxnSpPr>
        <p:spPr>
          <a:xfrm flipH="1">
            <a:off x="2054445" y="1673926"/>
            <a:ext cx="790022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8" name="TextBox 277">
            <a:extLst>
              <a:ext uri="{FF2B5EF4-FFF2-40B4-BE49-F238E27FC236}">
                <a16:creationId xmlns:a16="http://schemas.microsoft.com/office/drawing/2014/main" id="{DD4BFCB8-92F7-8205-CF49-C24AE620428B}"/>
              </a:ext>
            </a:extLst>
          </p:cNvPr>
          <p:cNvSpPr txBox="1"/>
          <p:nvPr/>
        </p:nvSpPr>
        <p:spPr>
          <a:xfrm>
            <a:off x="3412182" y="2632461"/>
            <a:ext cx="5367636" cy="307777"/>
          </a:xfrm>
          <a:prstGeom prst="rect">
            <a:avLst/>
          </a:prstGeom>
          <a:noFill/>
        </p:spPr>
        <p:txBody>
          <a:bodyPr wrap="square">
            <a:spAutoFit/>
          </a:bodyPr>
          <a:lstStyle/>
          <a:p>
            <a:r>
              <a:rPr lang="en-US" sz="1400" b="1" dirty="0">
                <a:latin typeface="Arial" panose="020B0604020202020204" pitchFamily="34" charset="0"/>
                <a:cs typeface="Arial" panose="020B0604020202020204" pitchFamily="34" charset="0"/>
              </a:rPr>
              <a:t>Top 3 Numerical features impacting eBook subscriber flag</a:t>
            </a:r>
          </a:p>
        </p:txBody>
      </p:sp>
      <p:sp>
        <p:nvSpPr>
          <p:cNvPr id="279" name="TextBox 278">
            <a:extLst>
              <a:ext uri="{FF2B5EF4-FFF2-40B4-BE49-F238E27FC236}">
                <a16:creationId xmlns:a16="http://schemas.microsoft.com/office/drawing/2014/main" id="{C71DF340-D083-D543-2995-D6AB58E4091F}"/>
              </a:ext>
            </a:extLst>
          </p:cNvPr>
          <p:cNvSpPr txBox="1"/>
          <p:nvPr/>
        </p:nvSpPr>
        <p:spPr>
          <a:xfrm>
            <a:off x="1362849" y="5637236"/>
            <a:ext cx="10091058" cy="307777"/>
          </a:xfrm>
          <a:prstGeom prst="rect">
            <a:avLst/>
          </a:prstGeom>
          <a:noFill/>
        </p:spPr>
        <p:txBody>
          <a:bodyPr wrap="square">
            <a:spAutoFit/>
          </a:bodyPr>
          <a:lstStyle/>
          <a:p>
            <a:r>
              <a:rPr lang="en-US" sz="1400" b="1" dirty="0">
                <a:latin typeface="Arial" panose="020B0604020202020204" pitchFamily="34" charset="0"/>
                <a:cs typeface="Arial" panose="020B0604020202020204" pitchFamily="34" charset="0"/>
              </a:rPr>
              <a:t>Least impacting features on eBook subscriber flag :</a:t>
            </a:r>
            <a:r>
              <a:rPr lang="en-US" sz="1400" dirty="0">
                <a:latin typeface="Arial" panose="020B0604020202020204" pitchFamily="34" charset="0"/>
                <a:cs typeface="Arial" panose="020B0604020202020204" pitchFamily="34" charset="0"/>
              </a:rPr>
              <a:t>, Educational Level, </a:t>
            </a:r>
            <a:r>
              <a:rPr lang="en-US" sz="1400" dirty="0" err="1">
                <a:latin typeface="Arial" panose="020B0604020202020204" pitchFamily="34" charset="0"/>
                <a:cs typeface="Arial" panose="020B0604020202020204" pitchFamily="34" charset="0"/>
              </a:rPr>
              <a:t>ZipCode</a:t>
            </a:r>
            <a:r>
              <a:rPr lang="en-US" sz="1400" dirty="0">
                <a:latin typeface="Arial" panose="020B0604020202020204" pitchFamily="34" charset="0"/>
                <a:cs typeface="Arial" panose="020B0604020202020204" pitchFamily="34" charset="0"/>
              </a:rPr>
              <a:t>, Home Owner Status</a:t>
            </a:r>
          </a:p>
        </p:txBody>
      </p:sp>
      <p:graphicFrame>
        <p:nvGraphicFramePr>
          <p:cNvPr id="6" name="Table 5">
            <a:extLst>
              <a:ext uri="{FF2B5EF4-FFF2-40B4-BE49-F238E27FC236}">
                <a16:creationId xmlns:a16="http://schemas.microsoft.com/office/drawing/2014/main" id="{EF21FB33-E89E-7044-351C-F498DC99A602}"/>
              </a:ext>
            </a:extLst>
          </p:cNvPr>
          <p:cNvGraphicFramePr>
            <a:graphicFrameLocks noGrp="1"/>
          </p:cNvGraphicFramePr>
          <p:nvPr>
            <p:extLst>
              <p:ext uri="{D42A27DB-BD31-4B8C-83A1-F6EECF244321}">
                <p14:modId xmlns:p14="http://schemas.microsoft.com/office/powerpoint/2010/main" val="2449411222"/>
              </p:ext>
            </p:extLst>
          </p:nvPr>
        </p:nvGraphicFramePr>
        <p:xfrm>
          <a:off x="3842624" y="3008952"/>
          <a:ext cx="4237292" cy="1905313"/>
        </p:xfrm>
        <a:graphic>
          <a:graphicData uri="http://schemas.openxmlformats.org/drawingml/2006/table">
            <a:tbl>
              <a:tblPr firstRow="1" bandRow="1" bandCol="1">
                <a:tableStyleId>{7E9639D4-E3E2-4D34-9284-5A2195B3D0D7}</a:tableStyleId>
              </a:tblPr>
              <a:tblGrid>
                <a:gridCol w="4237292">
                  <a:extLst>
                    <a:ext uri="{9D8B030D-6E8A-4147-A177-3AD203B41FA5}">
                      <a16:colId xmlns:a16="http://schemas.microsoft.com/office/drawing/2014/main" val="2419434306"/>
                    </a:ext>
                  </a:extLst>
                </a:gridCol>
              </a:tblGrid>
              <a:tr h="249995">
                <a:tc>
                  <a:txBody>
                    <a:bodyPr/>
                    <a:lstStyle/>
                    <a:p>
                      <a:r>
                        <a:rPr lang="en-US" sz="1400" dirty="0"/>
                        <a:t>Independent Variable</a:t>
                      </a:r>
                      <a:endParaRPr lang="en-US"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802577308"/>
                  </a:ext>
                </a:extLst>
              </a:tr>
              <a:tr h="249995">
                <a:tc>
                  <a:txBody>
                    <a:bodyPr/>
                    <a:lstStyle/>
                    <a:p>
                      <a:pPr marL="0" algn="l" defTabSz="914400" rtl="0" eaLnBrk="1" latinLnBrk="0" hangingPunct="1"/>
                      <a:r>
                        <a:rPr lang="en-US" sz="1400" kern="1200" dirty="0">
                          <a:solidFill>
                            <a:schemeClr val="tx1"/>
                          </a:solidFill>
                          <a:latin typeface="Arial" panose="020B0604020202020204" pitchFamily="34" charset="0"/>
                          <a:cs typeface="Arial" panose="020B0604020202020204" pitchFamily="34" charset="0"/>
                        </a:rPr>
                        <a:t>Number of Children At Home</a:t>
                      </a:r>
                      <a:endParaRPr lang="en-US" sz="1400" kern="1200" dirty="0">
                        <a:solidFill>
                          <a:schemeClr val="tx1"/>
                        </a:solidFill>
                        <a:latin typeface="Arial" panose="020B0604020202020204" pitchFamily="34" charset="0"/>
                        <a:ea typeface="+mn-ea"/>
                        <a:cs typeface="Arial" panose="020B0604020202020204" pitchFamily="34" charset="0"/>
                      </a:endParaRPr>
                    </a:p>
                  </a:txBody>
                  <a:tcPr/>
                </a:tc>
                <a:extLst>
                  <a:ext uri="{0D108BD9-81ED-4DB2-BD59-A6C34878D82A}">
                    <a16:rowId xmlns:a16="http://schemas.microsoft.com/office/drawing/2014/main" val="786490349"/>
                  </a:ext>
                </a:extLst>
              </a:tr>
              <a:tr h="24999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dirty="0">
                          <a:solidFill>
                            <a:schemeClr val="tx1"/>
                          </a:solidFill>
                          <a:latin typeface="Arial" panose="020B0604020202020204" pitchFamily="34" charset="0"/>
                          <a:ea typeface="+mn-ea"/>
                          <a:cs typeface="Arial" panose="020B0604020202020204" pitchFamily="34" charset="0"/>
                        </a:rPr>
                        <a:t>Annual Income</a:t>
                      </a:r>
                    </a:p>
                    <a:p>
                      <a:pPr marL="0" algn="l" defTabSz="914400" rtl="0" eaLnBrk="1" latinLnBrk="0" hangingPunct="1"/>
                      <a:endParaRPr lang="en-US" sz="1400" kern="1200" dirty="0">
                        <a:solidFill>
                          <a:schemeClr val="tx1"/>
                        </a:solidFill>
                        <a:latin typeface="Arial" panose="020B0604020202020204" pitchFamily="34" charset="0"/>
                        <a:ea typeface="+mn-ea"/>
                        <a:cs typeface="Arial" panose="020B0604020202020204" pitchFamily="34" charset="0"/>
                      </a:endParaRPr>
                    </a:p>
                  </a:txBody>
                  <a:tcPr/>
                </a:tc>
                <a:extLst>
                  <a:ext uri="{0D108BD9-81ED-4DB2-BD59-A6C34878D82A}">
                    <a16:rowId xmlns:a16="http://schemas.microsoft.com/office/drawing/2014/main" val="2886165050"/>
                  </a:ext>
                </a:extLst>
              </a:tr>
              <a:tr h="352562">
                <a:tc>
                  <a:txBody>
                    <a:bodyPr/>
                    <a:lstStyle/>
                    <a:p>
                      <a:pPr marL="0" algn="l" defTabSz="914400" rtl="0" eaLnBrk="1" latinLnBrk="0" hangingPunct="1"/>
                      <a:r>
                        <a:rPr lang="en-US" sz="1400" kern="1200" dirty="0">
                          <a:solidFill>
                            <a:schemeClr val="tx1"/>
                          </a:solidFill>
                          <a:latin typeface="Arial" panose="020B0604020202020204" pitchFamily="34" charset="0"/>
                          <a:ea typeface="+mn-ea"/>
                          <a:cs typeface="Arial" panose="020B0604020202020204" pitchFamily="34" charset="0"/>
                        </a:rPr>
                        <a:t>Total Number of Children</a:t>
                      </a:r>
                    </a:p>
                  </a:txBody>
                  <a:tcPr/>
                </a:tc>
                <a:extLst>
                  <a:ext uri="{0D108BD9-81ED-4DB2-BD59-A6C34878D82A}">
                    <a16:rowId xmlns:a16="http://schemas.microsoft.com/office/drawing/2014/main" val="3806798240"/>
                  </a:ext>
                </a:extLst>
              </a:tr>
              <a:tr h="424991">
                <a:tc>
                  <a:txBody>
                    <a:bodyPr/>
                    <a:lstStyle/>
                    <a:p>
                      <a:pPr marL="0" algn="l" defTabSz="914400" rtl="0" eaLnBrk="1" latinLnBrk="0" hangingPunct="1"/>
                      <a:endParaRPr lang="en-US" sz="1400" kern="1200" dirty="0">
                        <a:solidFill>
                          <a:schemeClr val="tx1"/>
                        </a:solidFill>
                        <a:latin typeface="Arial" panose="020B0604020202020204" pitchFamily="34" charset="0"/>
                        <a:ea typeface="+mn-ea"/>
                        <a:cs typeface="Arial" panose="020B0604020202020204" pitchFamily="34" charset="0"/>
                      </a:endParaRPr>
                    </a:p>
                  </a:txBody>
                  <a:tcPr/>
                </a:tc>
                <a:extLst>
                  <a:ext uri="{0D108BD9-81ED-4DB2-BD59-A6C34878D82A}">
                    <a16:rowId xmlns:a16="http://schemas.microsoft.com/office/drawing/2014/main" val="2349347877"/>
                  </a:ext>
                </a:extLst>
              </a:tr>
            </a:tbl>
          </a:graphicData>
        </a:graphic>
      </p:graphicFrame>
    </p:spTree>
    <p:extLst>
      <p:ext uri="{BB962C8B-B14F-4D97-AF65-F5344CB8AC3E}">
        <p14:creationId xmlns:p14="http://schemas.microsoft.com/office/powerpoint/2010/main" val="24615373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04C1B3-5BAB-0098-1335-7FF626F11E6C}"/>
            </a:ext>
          </a:extLst>
        </p:cNvPr>
        <p:cNvGrpSpPr/>
        <p:nvPr/>
      </p:nvGrpSpPr>
      <p:grpSpPr>
        <a:xfrm>
          <a:off x="0" y="0"/>
          <a:ext cx="0" cy="0"/>
          <a:chOff x="0" y="0"/>
          <a:chExt cx="0" cy="0"/>
        </a:xfrm>
      </p:grpSpPr>
      <p:sp>
        <p:nvSpPr>
          <p:cNvPr id="21" name="Title 1">
            <a:extLst>
              <a:ext uri="{FF2B5EF4-FFF2-40B4-BE49-F238E27FC236}">
                <a16:creationId xmlns:a16="http://schemas.microsoft.com/office/drawing/2014/main" id="{91F751E6-700C-8BD9-80EB-DECA711613F9}"/>
              </a:ext>
            </a:extLst>
          </p:cNvPr>
          <p:cNvSpPr>
            <a:spLocks noGrp="1"/>
          </p:cNvSpPr>
          <p:nvPr>
            <p:ph type="title"/>
          </p:nvPr>
        </p:nvSpPr>
        <p:spPr>
          <a:xfrm>
            <a:off x="716280" y="281840"/>
            <a:ext cx="10986094" cy="627797"/>
          </a:xfrm>
        </p:spPr>
        <p:txBody>
          <a:bodyPr>
            <a:normAutofit fontScale="90000"/>
          </a:bodyPr>
          <a:lstStyle/>
          <a:p>
            <a:r>
              <a:rPr lang="en-US" sz="4000" b="1" dirty="0"/>
              <a:t>Statistical Significance Tests Analysis </a:t>
            </a:r>
            <a:r>
              <a:rPr lang="en-US" b="1" dirty="0"/>
              <a:t>(contd..)</a:t>
            </a:r>
          </a:p>
        </p:txBody>
      </p:sp>
      <p:sp>
        <p:nvSpPr>
          <p:cNvPr id="8" name="Rounded Rectangle 529">
            <a:extLst>
              <a:ext uri="{FF2B5EF4-FFF2-40B4-BE49-F238E27FC236}">
                <a16:creationId xmlns:a16="http://schemas.microsoft.com/office/drawing/2014/main" id="{CF33690C-3C3A-6EBB-555C-A3B36C5622AA}"/>
              </a:ext>
            </a:extLst>
          </p:cNvPr>
          <p:cNvSpPr/>
          <p:nvPr/>
        </p:nvSpPr>
        <p:spPr>
          <a:xfrm>
            <a:off x="933855" y="990969"/>
            <a:ext cx="10618065" cy="408623"/>
          </a:xfrm>
          <a:prstGeom prst="roundRect">
            <a:avLst/>
          </a:prstGeom>
          <a:ln>
            <a:solidFill>
              <a:schemeClr val="accent2"/>
            </a:solidFill>
          </a:ln>
        </p:spPr>
        <p:txBody>
          <a:bodyPr wrap="square">
            <a:spAutoFit/>
          </a:bodyPr>
          <a:lstStyle/>
          <a:p>
            <a:pPr algn="ctr"/>
            <a:r>
              <a:rPr lang="en-US" dirty="0"/>
              <a:t> </a:t>
            </a:r>
            <a:r>
              <a:rPr lang="en-US" sz="1400" dirty="0">
                <a:latin typeface="Arial" panose="020B0604020202020204" pitchFamily="34" charset="0"/>
                <a:cs typeface="Arial" panose="020B0604020202020204" pitchFamily="34" charset="0"/>
              </a:rPr>
              <a:t>Listed the associated features in the descending order of influence on the target variable(eBook subscriber flag)</a:t>
            </a:r>
          </a:p>
        </p:txBody>
      </p:sp>
      <p:sp>
        <p:nvSpPr>
          <p:cNvPr id="279" name="TextBox 278">
            <a:extLst>
              <a:ext uri="{FF2B5EF4-FFF2-40B4-BE49-F238E27FC236}">
                <a16:creationId xmlns:a16="http://schemas.microsoft.com/office/drawing/2014/main" id="{A9583DDC-8E8F-97A3-5872-5E34C1424178}"/>
              </a:ext>
            </a:extLst>
          </p:cNvPr>
          <p:cNvSpPr txBox="1"/>
          <p:nvPr/>
        </p:nvSpPr>
        <p:spPr>
          <a:xfrm>
            <a:off x="959471" y="5525311"/>
            <a:ext cx="10915871" cy="646331"/>
          </a:xfrm>
          <a:prstGeom prst="rect">
            <a:avLst/>
          </a:prstGeom>
          <a:noFill/>
        </p:spPr>
        <p:txBody>
          <a:bodyPr wrap="square">
            <a:spAutoFit/>
          </a:bodyPr>
          <a:lstStyle/>
          <a:p>
            <a:r>
              <a:rPr lang="en-US" sz="1200" dirty="0">
                <a:latin typeface="Arial" panose="020B0604020202020204" pitchFamily="34" charset="0"/>
                <a:cs typeface="Arial" panose="020B0604020202020204" pitchFamily="34" charset="0"/>
              </a:rPr>
              <a:t>Note:  Numerical values are the absolute value of the correlation coefficients. Absolute value provided to easily sort the variables by the magnitude of their association with the target variable. Age has negative correlation.</a:t>
            </a:r>
          </a:p>
          <a:p>
            <a:endParaRPr lang="en-US" sz="1200" dirty="0">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61DE9DD3-FF2C-135A-663E-0079FA7B6AE1}"/>
              </a:ext>
            </a:extLst>
          </p:cNvPr>
          <p:cNvPicPr>
            <a:picLocks noChangeAspect="1"/>
          </p:cNvPicPr>
          <p:nvPr/>
        </p:nvPicPr>
        <p:blipFill>
          <a:blip r:embed="rId2"/>
          <a:stretch>
            <a:fillRect/>
          </a:stretch>
        </p:blipFill>
        <p:spPr>
          <a:xfrm>
            <a:off x="4007244" y="1437997"/>
            <a:ext cx="4820323" cy="3982006"/>
          </a:xfrm>
          <a:prstGeom prst="rect">
            <a:avLst/>
          </a:prstGeom>
        </p:spPr>
      </p:pic>
    </p:spTree>
    <p:extLst>
      <p:ext uri="{BB962C8B-B14F-4D97-AF65-F5344CB8AC3E}">
        <p14:creationId xmlns:p14="http://schemas.microsoft.com/office/powerpoint/2010/main" val="41399602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2A31F-EED8-E9C6-0070-F27AB0FAAFF7}"/>
            </a:ext>
          </a:extLst>
        </p:cNvPr>
        <p:cNvGrpSpPr/>
        <p:nvPr/>
      </p:nvGrpSpPr>
      <p:grpSpPr>
        <a:xfrm>
          <a:off x="0" y="0"/>
          <a:ext cx="0" cy="0"/>
          <a:chOff x="0" y="0"/>
          <a:chExt cx="0" cy="0"/>
        </a:xfrm>
      </p:grpSpPr>
      <p:sp>
        <p:nvSpPr>
          <p:cNvPr id="21" name="Title 1">
            <a:extLst>
              <a:ext uri="{FF2B5EF4-FFF2-40B4-BE49-F238E27FC236}">
                <a16:creationId xmlns:a16="http://schemas.microsoft.com/office/drawing/2014/main" id="{F59E7FDE-EA15-DCEC-99AA-69C05A9116A4}"/>
              </a:ext>
            </a:extLst>
          </p:cNvPr>
          <p:cNvSpPr>
            <a:spLocks noGrp="1"/>
          </p:cNvSpPr>
          <p:nvPr>
            <p:ph type="title"/>
          </p:nvPr>
        </p:nvSpPr>
        <p:spPr>
          <a:xfrm>
            <a:off x="716280" y="281840"/>
            <a:ext cx="10986094" cy="627797"/>
          </a:xfrm>
        </p:spPr>
        <p:txBody>
          <a:bodyPr>
            <a:normAutofit fontScale="90000"/>
          </a:bodyPr>
          <a:lstStyle/>
          <a:p>
            <a:r>
              <a:rPr lang="en-US" b="1" dirty="0"/>
              <a:t>Predictive Analysis with Machine Learning</a:t>
            </a:r>
          </a:p>
        </p:txBody>
      </p:sp>
      <p:sp>
        <p:nvSpPr>
          <p:cNvPr id="8" name="Rounded Rectangle 529">
            <a:extLst>
              <a:ext uri="{FF2B5EF4-FFF2-40B4-BE49-F238E27FC236}">
                <a16:creationId xmlns:a16="http://schemas.microsoft.com/office/drawing/2014/main" id="{D2DC5110-ABD2-16A2-8AF2-9574F8F45A1C}"/>
              </a:ext>
            </a:extLst>
          </p:cNvPr>
          <p:cNvSpPr/>
          <p:nvPr/>
        </p:nvSpPr>
        <p:spPr>
          <a:xfrm>
            <a:off x="959471" y="990970"/>
            <a:ext cx="10592449" cy="749141"/>
          </a:xfrm>
          <a:prstGeom prst="roundRect">
            <a:avLst/>
          </a:prstGeom>
          <a:ln>
            <a:solidFill>
              <a:schemeClr val="accent2"/>
            </a:solidFill>
          </a:ln>
        </p:spPr>
        <p:txBody>
          <a:bodyPr wrap="square">
            <a:spAutoFit/>
          </a:bodyPr>
          <a:lstStyle/>
          <a:p>
            <a:r>
              <a:rPr lang="en-US" dirty="0"/>
              <a:t> Target variable=‘Avg Monthly Spend'</a:t>
            </a:r>
          </a:p>
          <a:p>
            <a:pPr algn="ctr"/>
            <a:r>
              <a:rPr lang="en-US" dirty="0"/>
              <a:t> </a:t>
            </a:r>
            <a:r>
              <a:rPr lang="en-US" sz="2000" b="1" dirty="0"/>
              <a:t>Leaderboard</a:t>
            </a:r>
            <a:endParaRPr lang="en-US" sz="2000" b="1" dirty="0">
              <a:latin typeface="Arial" panose="020B0604020202020204" pitchFamily="34" charset="0"/>
              <a:cs typeface="Arial" panose="020B0604020202020204" pitchFamily="34" charset="0"/>
            </a:endParaRPr>
          </a:p>
        </p:txBody>
      </p:sp>
      <p:sp>
        <p:nvSpPr>
          <p:cNvPr id="279" name="TextBox 278">
            <a:extLst>
              <a:ext uri="{FF2B5EF4-FFF2-40B4-BE49-F238E27FC236}">
                <a16:creationId xmlns:a16="http://schemas.microsoft.com/office/drawing/2014/main" id="{0C9A92AF-F610-A6A0-8374-5FC0C9D77ADC}"/>
              </a:ext>
            </a:extLst>
          </p:cNvPr>
          <p:cNvSpPr txBox="1"/>
          <p:nvPr/>
        </p:nvSpPr>
        <p:spPr>
          <a:xfrm>
            <a:off x="959471" y="5525311"/>
            <a:ext cx="10915871" cy="646331"/>
          </a:xfrm>
          <a:prstGeom prst="rect">
            <a:avLst/>
          </a:prstGeom>
          <a:noFill/>
        </p:spPr>
        <p:txBody>
          <a:bodyPr wrap="square">
            <a:spAutoFit/>
          </a:bodyPr>
          <a:lstStyle/>
          <a:p>
            <a:r>
              <a:rPr lang="en-US" sz="1200" dirty="0">
                <a:latin typeface="Arial" panose="020B0604020202020204" pitchFamily="34" charset="0"/>
                <a:cs typeface="Arial" panose="020B0604020202020204" pitchFamily="34" charset="0"/>
              </a:rPr>
              <a:t>Note: Using python packages, regression modules were imported, Machine Learning setup was configured and models were compared. The output is leader board shown here.</a:t>
            </a:r>
          </a:p>
          <a:p>
            <a:endParaRPr lang="en-US" sz="1200" dirty="0">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2DC42AC1-38C4-B3A4-BAE0-66E52DB0BA73}"/>
              </a:ext>
            </a:extLst>
          </p:cNvPr>
          <p:cNvPicPr>
            <a:picLocks noChangeAspect="1"/>
          </p:cNvPicPr>
          <p:nvPr/>
        </p:nvPicPr>
        <p:blipFill>
          <a:blip r:embed="rId2"/>
          <a:stretch>
            <a:fillRect/>
          </a:stretch>
        </p:blipFill>
        <p:spPr>
          <a:xfrm>
            <a:off x="2261652" y="1821444"/>
            <a:ext cx="7668695" cy="3703867"/>
          </a:xfrm>
          <a:prstGeom prst="rect">
            <a:avLst/>
          </a:prstGeom>
        </p:spPr>
      </p:pic>
    </p:spTree>
    <p:extLst>
      <p:ext uri="{BB962C8B-B14F-4D97-AF65-F5344CB8AC3E}">
        <p14:creationId xmlns:p14="http://schemas.microsoft.com/office/powerpoint/2010/main" val="33582333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B63F02-099D-745D-AB9E-8CC7D114ED5A}"/>
            </a:ext>
          </a:extLst>
        </p:cNvPr>
        <p:cNvGrpSpPr/>
        <p:nvPr/>
      </p:nvGrpSpPr>
      <p:grpSpPr>
        <a:xfrm>
          <a:off x="0" y="0"/>
          <a:ext cx="0" cy="0"/>
          <a:chOff x="0" y="0"/>
          <a:chExt cx="0" cy="0"/>
        </a:xfrm>
      </p:grpSpPr>
      <p:sp>
        <p:nvSpPr>
          <p:cNvPr id="21" name="Title 1">
            <a:extLst>
              <a:ext uri="{FF2B5EF4-FFF2-40B4-BE49-F238E27FC236}">
                <a16:creationId xmlns:a16="http://schemas.microsoft.com/office/drawing/2014/main" id="{E2B2F5B2-4A9B-EC2F-F3D5-1280AB6FBC35}"/>
              </a:ext>
            </a:extLst>
          </p:cNvPr>
          <p:cNvSpPr>
            <a:spLocks noGrp="1"/>
          </p:cNvSpPr>
          <p:nvPr>
            <p:ph type="title"/>
          </p:nvPr>
        </p:nvSpPr>
        <p:spPr>
          <a:xfrm>
            <a:off x="716280" y="281840"/>
            <a:ext cx="11475720" cy="627797"/>
          </a:xfrm>
        </p:spPr>
        <p:txBody>
          <a:bodyPr>
            <a:normAutofit fontScale="90000"/>
          </a:bodyPr>
          <a:lstStyle/>
          <a:p>
            <a:r>
              <a:rPr lang="en-US" b="1" dirty="0"/>
              <a:t>Predictive Analysis with Machine Learning(contd..)</a:t>
            </a:r>
          </a:p>
        </p:txBody>
      </p:sp>
      <p:sp>
        <p:nvSpPr>
          <p:cNvPr id="8" name="Rounded Rectangle 529">
            <a:extLst>
              <a:ext uri="{FF2B5EF4-FFF2-40B4-BE49-F238E27FC236}">
                <a16:creationId xmlns:a16="http://schemas.microsoft.com/office/drawing/2014/main" id="{27E11708-AF83-D957-4390-6E72AE1FA5BE}"/>
              </a:ext>
            </a:extLst>
          </p:cNvPr>
          <p:cNvSpPr/>
          <p:nvPr/>
        </p:nvSpPr>
        <p:spPr>
          <a:xfrm>
            <a:off x="1571625" y="990971"/>
            <a:ext cx="8181975" cy="919401"/>
          </a:xfrm>
          <a:prstGeom prst="roundRect">
            <a:avLst/>
          </a:prstGeom>
          <a:ln>
            <a:solidFill>
              <a:schemeClr val="accent2"/>
            </a:solidFill>
          </a:ln>
        </p:spPr>
        <p:txBody>
          <a:bodyPr wrap="square">
            <a:spAutoFit/>
          </a:bodyPr>
          <a:lstStyle/>
          <a:p>
            <a:pPr algn="ctr"/>
            <a:r>
              <a:rPr lang="en-US" sz="1600" dirty="0"/>
              <a:t>Built an ML model with the best algorithm   </a:t>
            </a:r>
          </a:p>
          <a:p>
            <a:pPr algn="ctr"/>
            <a:r>
              <a:rPr lang="en-US" sz="1400" dirty="0"/>
              <a:t>Target variable=‘Avg Monthly Spend'</a:t>
            </a:r>
          </a:p>
          <a:p>
            <a:pPr algn="ctr"/>
            <a:r>
              <a:rPr lang="en-US" dirty="0"/>
              <a:t> </a:t>
            </a:r>
            <a:endParaRPr lang="en-US" sz="1400" dirty="0">
              <a:latin typeface="Arial" panose="020B0604020202020204" pitchFamily="34" charset="0"/>
              <a:cs typeface="Arial" panose="020B0604020202020204" pitchFamily="34" charset="0"/>
            </a:endParaRPr>
          </a:p>
        </p:txBody>
      </p:sp>
      <p:sp>
        <p:nvSpPr>
          <p:cNvPr id="279" name="TextBox 278">
            <a:extLst>
              <a:ext uri="{FF2B5EF4-FFF2-40B4-BE49-F238E27FC236}">
                <a16:creationId xmlns:a16="http://schemas.microsoft.com/office/drawing/2014/main" id="{15560B48-AE4E-F6FC-3B44-88C86C21ED82}"/>
              </a:ext>
            </a:extLst>
          </p:cNvPr>
          <p:cNvSpPr txBox="1"/>
          <p:nvPr/>
        </p:nvSpPr>
        <p:spPr>
          <a:xfrm>
            <a:off x="716280" y="5417178"/>
            <a:ext cx="10915871" cy="923330"/>
          </a:xfrm>
          <a:prstGeom prst="rect">
            <a:avLst/>
          </a:prstGeom>
          <a:noFill/>
        </p:spPr>
        <p:txBody>
          <a:bodyPr wrap="square">
            <a:spAutoFit/>
          </a:bodyPr>
          <a:lstStyle/>
          <a:p>
            <a:r>
              <a:rPr lang="en-US" sz="1200" dirty="0">
                <a:latin typeface="Arial" panose="020B0604020202020204" pitchFamily="34" charset="0"/>
                <a:cs typeface="Arial" panose="020B0604020202020204" pitchFamily="34" charset="0"/>
              </a:rPr>
              <a:t>Note: Trained ML model with the best algorithm(‘</a:t>
            </a:r>
            <a:r>
              <a:rPr lang="en-US" sz="1200" dirty="0" err="1">
                <a:latin typeface="Arial" panose="020B0604020202020204" pitchFamily="34" charset="0"/>
                <a:cs typeface="Arial" panose="020B0604020202020204" pitchFamily="34" charset="0"/>
              </a:rPr>
              <a:t>lightgbm</a:t>
            </a:r>
            <a:r>
              <a:rPr lang="en-US" sz="1200" dirty="0">
                <a:latin typeface="Arial" panose="020B0604020202020204" pitchFamily="34" charset="0"/>
                <a:cs typeface="Arial" panose="020B0604020202020204" pitchFamily="34" charset="0"/>
              </a:rPr>
              <a:t>’), from the leaderboard from the previous slide. This performs 10-fold cross-validation and evaluates the model based on various metrics.</a:t>
            </a:r>
            <a:r>
              <a:rPr lang="en-US" dirty="0"/>
              <a:t> </a:t>
            </a:r>
            <a:r>
              <a:rPr lang="en-US" sz="1200" dirty="0">
                <a:latin typeface="Arial" panose="020B0604020202020204" pitchFamily="34" charset="0"/>
                <a:cs typeface="Arial" panose="020B0604020202020204" pitchFamily="34" charset="0"/>
              </a:rPr>
              <a:t>Predicted average monthly spend using the best model.</a:t>
            </a:r>
          </a:p>
          <a:p>
            <a:endParaRPr lang="en-US" sz="1200" dirty="0">
              <a:latin typeface="Arial" panose="020B0604020202020204" pitchFamily="34" charset="0"/>
              <a:cs typeface="Arial" panose="020B0604020202020204" pitchFamily="34" charset="0"/>
            </a:endParaRPr>
          </a:p>
          <a:p>
            <a:endParaRPr lang="en-US" sz="1200"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D56DFA8C-024E-400D-5151-F15260C86A44}"/>
              </a:ext>
            </a:extLst>
          </p:cNvPr>
          <p:cNvPicPr>
            <a:picLocks noChangeAspect="1"/>
          </p:cNvPicPr>
          <p:nvPr/>
        </p:nvPicPr>
        <p:blipFill>
          <a:blip r:embed="rId2"/>
          <a:stretch>
            <a:fillRect/>
          </a:stretch>
        </p:blipFill>
        <p:spPr>
          <a:xfrm>
            <a:off x="3657259" y="1991706"/>
            <a:ext cx="4877481" cy="3282423"/>
          </a:xfrm>
          <a:prstGeom prst="rect">
            <a:avLst/>
          </a:prstGeom>
        </p:spPr>
      </p:pic>
    </p:spTree>
    <p:extLst>
      <p:ext uri="{BB962C8B-B14F-4D97-AF65-F5344CB8AC3E}">
        <p14:creationId xmlns:p14="http://schemas.microsoft.com/office/powerpoint/2010/main" val="30397589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1EE67-58D0-A562-08B3-9F724F4711A0}"/>
            </a:ext>
          </a:extLst>
        </p:cNvPr>
        <p:cNvGrpSpPr/>
        <p:nvPr/>
      </p:nvGrpSpPr>
      <p:grpSpPr>
        <a:xfrm>
          <a:off x="0" y="0"/>
          <a:ext cx="0" cy="0"/>
          <a:chOff x="0" y="0"/>
          <a:chExt cx="0" cy="0"/>
        </a:xfrm>
      </p:grpSpPr>
      <p:sp>
        <p:nvSpPr>
          <p:cNvPr id="8" name="Rounded Rectangle 529">
            <a:extLst>
              <a:ext uri="{FF2B5EF4-FFF2-40B4-BE49-F238E27FC236}">
                <a16:creationId xmlns:a16="http://schemas.microsoft.com/office/drawing/2014/main" id="{AF2FC21B-AF35-CEAD-68DE-4179FACE91B4}"/>
              </a:ext>
            </a:extLst>
          </p:cNvPr>
          <p:cNvSpPr/>
          <p:nvPr/>
        </p:nvSpPr>
        <p:spPr>
          <a:xfrm>
            <a:off x="959471" y="990970"/>
            <a:ext cx="10592449" cy="749141"/>
          </a:xfrm>
          <a:prstGeom prst="roundRect">
            <a:avLst/>
          </a:prstGeom>
          <a:ln>
            <a:solidFill>
              <a:schemeClr val="accent2"/>
            </a:solidFill>
          </a:ln>
        </p:spPr>
        <p:txBody>
          <a:bodyPr wrap="square">
            <a:spAutoFit/>
          </a:bodyPr>
          <a:lstStyle/>
          <a:p>
            <a:r>
              <a:rPr lang="en-US" dirty="0"/>
              <a:t> Target variable='eBook Subscriber Flag'</a:t>
            </a:r>
          </a:p>
          <a:p>
            <a:pPr algn="ctr"/>
            <a:r>
              <a:rPr lang="en-US" dirty="0"/>
              <a:t> </a:t>
            </a:r>
            <a:r>
              <a:rPr lang="en-US" sz="2000" b="1" dirty="0"/>
              <a:t>Leaderboard</a:t>
            </a:r>
            <a:endParaRPr lang="en-US" sz="2000" b="1" dirty="0">
              <a:latin typeface="Arial" panose="020B0604020202020204" pitchFamily="34" charset="0"/>
              <a:cs typeface="Arial" panose="020B0604020202020204" pitchFamily="34" charset="0"/>
            </a:endParaRPr>
          </a:p>
        </p:txBody>
      </p:sp>
      <p:sp>
        <p:nvSpPr>
          <p:cNvPr id="279" name="TextBox 278">
            <a:extLst>
              <a:ext uri="{FF2B5EF4-FFF2-40B4-BE49-F238E27FC236}">
                <a16:creationId xmlns:a16="http://schemas.microsoft.com/office/drawing/2014/main" id="{7AAF1A4D-C3BF-6405-1CEE-CBFA01D0FF3A}"/>
              </a:ext>
            </a:extLst>
          </p:cNvPr>
          <p:cNvSpPr txBox="1"/>
          <p:nvPr/>
        </p:nvSpPr>
        <p:spPr>
          <a:xfrm>
            <a:off x="959471" y="5525311"/>
            <a:ext cx="10915871" cy="646331"/>
          </a:xfrm>
          <a:prstGeom prst="rect">
            <a:avLst/>
          </a:prstGeom>
          <a:noFill/>
        </p:spPr>
        <p:txBody>
          <a:bodyPr wrap="square">
            <a:spAutoFit/>
          </a:bodyPr>
          <a:lstStyle/>
          <a:p>
            <a:r>
              <a:rPr lang="en-US" sz="1200" dirty="0">
                <a:latin typeface="Arial" panose="020B0604020202020204" pitchFamily="34" charset="0"/>
                <a:cs typeface="Arial" panose="020B0604020202020204" pitchFamily="34" charset="0"/>
              </a:rPr>
              <a:t>Note: Using python packages, regression modules were imported, Machine Learning setup was configured and models were compared. The output is leader board shown here.</a:t>
            </a:r>
          </a:p>
          <a:p>
            <a:endParaRPr lang="en-US" sz="1200" dirty="0">
              <a:latin typeface="Arial" panose="020B0604020202020204" pitchFamily="34" charset="0"/>
              <a:cs typeface="Arial" panose="020B0604020202020204" pitchFamily="34" charset="0"/>
            </a:endParaRPr>
          </a:p>
        </p:txBody>
      </p:sp>
      <p:sp>
        <p:nvSpPr>
          <p:cNvPr id="2" name="Title 1">
            <a:extLst>
              <a:ext uri="{FF2B5EF4-FFF2-40B4-BE49-F238E27FC236}">
                <a16:creationId xmlns:a16="http://schemas.microsoft.com/office/drawing/2014/main" id="{AD8D520F-3E71-43B5-D1F2-C19DFAAFF4B3}"/>
              </a:ext>
            </a:extLst>
          </p:cNvPr>
          <p:cNvSpPr>
            <a:spLocks noGrp="1"/>
          </p:cNvSpPr>
          <p:nvPr>
            <p:ph type="title"/>
          </p:nvPr>
        </p:nvSpPr>
        <p:spPr>
          <a:xfrm>
            <a:off x="716280" y="281840"/>
            <a:ext cx="11475720" cy="627797"/>
          </a:xfrm>
        </p:spPr>
        <p:txBody>
          <a:bodyPr>
            <a:normAutofit fontScale="90000"/>
          </a:bodyPr>
          <a:lstStyle/>
          <a:p>
            <a:r>
              <a:rPr lang="en-US" b="1" dirty="0"/>
              <a:t>Predictive Analysis with Machine Learning(contd..)</a:t>
            </a:r>
          </a:p>
        </p:txBody>
      </p:sp>
      <p:pic>
        <p:nvPicPr>
          <p:cNvPr id="4" name="Picture 3">
            <a:extLst>
              <a:ext uri="{FF2B5EF4-FFF2-40B4-BE49-F238E27FC236}">
                <a16:creationId xmlns:a16="http://schemas.microsoft.com/office/drawing/2014/main" id="{9D7E1379-4334-2BAE-CB4A-6378C326C15C}"/>
              </a:ext>
            </a:extLst>
          </p:cNvPr>
          <p:cNvPicPr>
            <a:picLocks noChangeAspect="1"/>
          </p:cNvPicPr>
          <p:nvPr/>
        </p:nvPicPr>
        <p:blipFill>
          <a:blip r:embed="rId2"/>
          <a:stretch>
            <a:fillRect/>
          </a:stretch>
        </p:blipFill>
        <p:spPr>
          <a:xfrm>
            <a:off x="2037783" y="2171524"/>
            <a:ext cx="8116433" cy="2514951"/>
          </a:xfrm>
          <a:prstGeom prst="rect">
            <a:avLst/>
          </a:prstGeom>
        </p:spPr>
      </p:pic>
    </p:spTree>
    <p:extLst>
      <p:ext uri="{BB962C8B-B14F-4D97-AF65-F5344CB8AC3E}">
        <p14:creationId xmlns:p14="http://schemas.microsoft.com/office/powerpoint/2010/main" val="2169375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45183-C5D2-5E9B-275C-9587CCC15969}"/>
            </a:ext>
          </a:extLst>
        </p:cNvPr>
        <p:cNvGrpSpPr/>
        <p:nvPr/>
      </p:nvGrpSpPr>
      <p:grpSpPr>
        <a:xfrm>
          <a:off x="0" y="0"/>
          <a:ext cx="0" cy="0"/>
          <a:chOff x="0" y="0"/>
          <a:chExt cx="0" cy="0"/>
        </a:xfrm>
      </p:grpSpPr>
      <p:sp>
        <p:nvSpPr>
          <p:cNvPr id="21" name="Title 1">
            <a:extLst>
              <a:ext uri="{FF2B5EF4-FFF2-40B4-BE49-F238E27FC236}">
                <a16:creationId xmlns:a16="http://schemas.microsoft.com/office/drawing/2014/main" id="{F24A63E7-3065-EC8A-AE4A-6784AFF0124F}"/>
              </a:ext>
            </a:extLst>
          </p:cNvPr>
          <p:cNvSpPr>
            <a:spLocks noGrp="1"/>
          </p:cNvSpPr>
          <p:nvPr>
            <p:ph type="title"/>
          </p:nvPr>
        </p:nvSpPr>
        <p:spPr>
          <a:xfrm>
            <a:off x="716280" y="281840"/>
            <a:ext cx="11475720" cy="627797"/>
          </a:xfrm>
        </p:spPr>
        <p:txBody>
          <a:bodyPr>
            <a:normAutofit fontScale="90000"/>
          </a:bodyPr>
          <a:lstStyle/>
          <a:p>
            <a:r>
              <a:rPr lang="en-US" b="1" dirty="0"/>
              <a:t>Predictive Analysis with Machine Learning(contd..)</a:t>
            </a:r>
          </a:p>
        </p:txBody>
      </p:sp>
      <p:sp>
        <p:nvSpPr>
          <p:cNvPr id="8" name="Rounded Rectangle 529">
            <a:extLst>
              <a:ext uri="{FF2B5EF4-FFF2-40B4-BE49-F238E27FC236}">
                <a16:creationId xmlns:a16="http://schemas.microsoft.com/office/drawing/2014/main" id="{4C3F0103-16E0-AE6B-30AC-C94E1C2ED50D}"/>
              </a:ext>
            </a:extLst>
          </p:cNvPr>
          <p:cNvSpPr/>
          <p:nvPr/>
        </p:nvSpPr>
        <p:spPr>
          <a:xfrm>
            <a:off x="1571625" y="990971"/>
            <a:ext cx="8181975" cy="987504"/>
          </a:xfrm>
          <a:prstGeom prst="roundRect">
            <a:avLst/>
          </a:prstGeom>
          <a:ln>
            <a:solidFill>
              <a:schemeClr val="accent2"/>
            </a:solidFill>
          </a:ln>
        </p:spPr>
        <p:txBody>
          <a:bodyPr wrap="square">
            <a:spAutoFit/>
          </a:bodyPr>
          <a:lstStyle/>
          <a:p>
            <a:pPr algn="ctr"/>
            <a:r>
              <a:rPr lang="en-US" sz="1600" dirty="0"/>
              <a:t>Built an ML model with the best algorithm   </a:t>
            </a:r>
          </a:p>
          <a:p>
            <a:pPr algn="ctr"/>
            <a:r>
              <a:rPr lang="en-US" sz="1400" dirty="0"/>
              <a:t>Target variable=</a:t>
            </a:r>
            <a:r>
              <a:rPr lang="en-US" dirty="0"/>
              <a:t>'eBook Subscriber Flag'</a:t>
            </a:r>
          </a:p>
          <a:p>
            <a:pPr algn="ctr"/>
            <a:r>
              <a:rPr lang="en-US" dirty="0"/>
              <a:t> </a:t>
            </a:r>
            <a:endParaRPr lang="en-US" sz="1400" dirty="0">
              <a:latin typeface="Arial" panose="020B0604020202020204" pitchFamily="34" charset="0"/>
              <a:cs typeface="Arial" panose="020B0604020202020204" pitchFamily="34" charset="0"/>
            </a:endParaRPr>
          </a:p>
        </p:txBody>
      </p:sp>
      <p:sp>
        <p:nvSpPr>
          <p:cNvPr id="279" name="TextBox 278">
            <a:extLst>
              <a:ext uri="{FF2B5EF4-FFF2-40B4-BE49-F238E27FC236}">
                <a16:creationId xmlns:a16="http://schemas.microsoft.com/office/drawing/2014/main" id="{1CCEA112-F010-576B-0A94-CD28DFBEF9FF}"/>
              </a:ext>
            </a:extLst>
          </p:cNvPr>
          <p:cNvSpPr txBox="1"/>
          <p:nvPr/>
        </p:nvSpPr>
        <p:spPr>
          <a:xfrm>
            <a:off x="716280" y="5417178"/>
            <a:ext cx="10915871" cy="646331"/>
          </a:xfrm>
          <a:prstGeom prst="rect">
            <a:avLst/>
          </a:prstGeom>
          <a:noFill/>
        </p:spPr>
        <p:txBody>
          <a:bodyPr wrap="square">
            <a:spAutoFit/>
          </a:bodyPr>
          <a:lstStyle/>
          <a:p>
            <a:r>
              <a:rPr lang="en-US" sz="1200" dirty="0">
                <a:latin typeface="Arial" panose="020B0604020202020204" pitchFamily="34" charset="0"/>
                <a:cs typeface="Arial" panose="020B0604020202020204" pitchFamily="34" charset="0"/>
              </a:rPr>
              <a:t>Note: Trained ML model with the best algorithm(‘</a:t>
            </a:r>
            <a:r>
              <a:rPr lang="en-US" sz="1200" dirty="0" err="1">
                <a:latin typeface="Arial" panose="020B0604020202020204" pitchFamily="34" charset="0"/>
                <a:cs typeface="Arial" panose="020B0604020202020204" pitchFamily="34" charset="0"/>
              </a:rPr>
              <a:t>lightgbm</a:t>
            </a:r>
            <a:r>
              <a:rPr lang="en-US" sz="1200" dirty="0">
                <a:latin typeface="Arial" panose="020B0604020202020204" pitchFamily="34" charset="0"/>
                <a:cs typeface="Arial" panose="020B0604020202020204" pitchFamily="34" charset="0"/>
              </a:rPr>
              <a:t>’), from the leaderboard from the previous slide. This performs 10-fold cross-validation and evaluates the model based on various metrics. Predicted 'eBook Subscriber Flag’(whether a customer is an eBook subscriber or not) using the best model.</a:t>
            </a:r>
          </a:p>
          <a:p>
            <a:endParaRPr lang="en-US" sz="1200" dirty="0">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5D13C1CF-2AA9-1DD1-690B-CBCEC55692DD}"/>
              </a:ext>
            </a:extLst>
          </p:cNvPr>
          <p:cNvPicPr>
            <a:picLocks noChangeAspect="1"/>
          </p:cNvPicPr>
          <p:nvPr/>
        </p:nvPicPr>
        <p:blipFill>
          <a:blip r:embed="rId2"/>
          <a:stretch>
            <a:fillRect/>
          </a:stretch>
        </p:blipFill>
        <p:spPr>
          <a:xfrm>
            <a:off x="3419101" y="2059809"/>
            <a:ext cx="5353797" cy="3357369"/>
          </a:xfrm>
          <a:prstGeom prst="rect">
            <a:avLst/>
          </a:prstGeom>
        </p:spPr>
      </p:pic>
    </p:spTree>
    <p:extLst>
      <p:ext uri="{BB962C8B-B14F-4D97-AF65-F5344CB8AC3E}">
        <p14:creationId xmlns:p14="http://schemas.microsoft.com/office/powerpoint/2010/main" val="21935008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B119B30-F195-45E3-AE05-A4F2D0DB7729}"/>
              </a:ext>
            </a:extLst>
          </p:cNvPr>
          <p:cNvSpPr txBox="1"/>
          <p:nvPr/>
        </p:nvSpPr>
        <p:spPr>
          <a:xfrm>
            <a:off x="5156616" y="3059668"/>
            <a:ext cx="2399175"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Questions?</a:t>
            </a:r>
          </a:p>
        </p:txBody>
      </p:sp>
    </p:spTree>
    <p:extLst>
      <p:ext uri="{BB962C8B-B14F-4D97-AF65-F5344CB8AC3E}">
        <p14:creationId xmlns:p14="http://schemas.microsoft.com/office/powerpoint/2010/main" val="1375085663"/>
      </p:ext>
    </p:extLst>
  </p:cSld>
  <p:clrMapOvr>
    <a:masterClrMapping/>
  </p:clrMapOvr>
</p:sld>
</file>

<file path=ppt/theme/theme1.xml><?xml version="1.0" encoding="utf-8"?>
<a:theme xmlns:a="http://schemas.openxmlformats.org/drawingml/2006/main" name="ChronicleVTI">
  <a:themeElements>
    <a:clrScheme name="AnalogousFromLightSeedRightStep">
      <a:dk1>
        <a:srgbClr val="000000"/>
      </a:dk1>
      <a:lt1>
        <a:srgbClr val="FFFFFF"/>
      </a:lt1>
      <a:dk2>
        <a:srgbClr val="412524"/>
      </a:dk2>
      <a:lt2>
        <a:srgbClr val="E2E8E8"/>
      </a:lt2>
      <a:accent1>
        <a:srgbClr val="C69796"/>
      </a:accent1>
      <a:accent2>
        <a:srgbClr val="BA997F"/>
      </a:accent2>
      <a:accent3>
        <a:srgbClr val="AAA481"/>
      </a:accent3>
      <a:accent4>
        <a:srgbClr val="9BAA74"/>
      </a:accent4>
      <a:accent5>
        <a:srgbClr val="8FAC82"/>
      </a:accent5>
      <a:accent6>
        <a:srgbClr val="78B07E"/>
      </a:accent6>
      <a:hlink>
        <a:srgbClr val="568D8E"/>
      </a:hlink>
      <a:folHlink>
        <a:srgbClr val="7F7F7F"/>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hronicleVTI" id="{508E4D90-5116-4BF0-876B-3F422DD1F65F}" vid="{AA21DC3D-92A8-43A4-8358-ED428371CD55}"/>
    </a:ext>
  </a:extLst>
</a:theme>
</file>

<file path=docProps/app.xml><?xml version="1.0" encoding="utf-8"?>
<Properties xmlns="http://schemas.openxmlformats.org/officeDocument/2006/extended-properties" xmlns:vt="http://schemas.openxmlformats.org/officeDocument/2006/docPropsVTypes">
  <TotalTime>8577</TotalTime>
  <Words>1624</Words>
  <Application>Microsoft Office PowerPoint</Application>
  <PresentationFormat>Widescreen</PresentationFormat>
  <Paragraphs>179</Paragraphs>
  <Slides>24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Calisto MT</vt:lpstr>
      <vt:lpstr>Univers Condensed</vt:lpstr>
      <vt:lpstr>ChronicleVTI</vt:lpstr>
      <vt:lpstr>Powell EBOOK Store Data Analysis (Apr 2024)</vt:lpstr>
      <vt:lpstr>Content</vt:lpstr>
      <vt:lpstr>Data Preparation</vt:lpstr>
      <vt:lpstr>Data Preparation (contd..) </vt:lpstr>
      <vt:lpstr>Data Preparation (contd..) </vt:lpstr>
      <vt:lpstr>Data Visualization</vt:lpstr>
      <vt:lpstr>Location Visualization </vt:lpstr>
      <vt:lpstr>Demographics Visualization :Gender, Marital status, Age</vt:lpstr>
      <vt:lpstr>Demographics Visualization : Education, Occupation </vt:lpstr>
      <vt:lpstr>Financial, Asset Visualization</vt:lpstr>
      <vt:lpstr>Visuals of eBook Subscriber Flag comparisons from AutoViz</vt:lpstr>
      <vt:lpstr>Visuals of Avg Monthly Spend comparisons from AutoViz</vt:lpstr>
      <vt:lpstr>Exploratory Data Analysis</vt:lpstr>
      <vt:lpstr>Exploratory Data Analysis (contd..)</vt:lpstr>
      <vt:lpstr>Exploratory Data Analysis (contd..)</vt:lpstr>
      <vt:lpstr>Statistical Significance Tests Analysis</vt:lpstr>
      <vt:lpstr>Statistical Significance Tests Analysis (contd..)</vt:lpstr>
      <vt:lpstr>Statistical Significance Tests Analysis</vt:lpstr>
      <vt:lpstr>Statistical Significance Tests Analysis (contd..)</vt:lpstr>
      <vt:lpstr>Predictive Analysis with Machine Learning</vt:lpstr>
      <vt:lpstr>Predictive Analysis with Machine Learning(contd..)</vt:lpstr>
      <vt:lpstr>Predictive Analysis with Machine Learning(contd..)</vt:lpstr>
      <vt:lpstr>Predictive Analysis with Machine Learning(contd..)</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Udaya Singireddy</cp:lastModifiedBy>
  <cp:revision>216</cp:revision>
  <dcterms:created xsi:type="dcterms:W3CDTF">2021-08-19T05:55:49Z</dcterms:created>
  <dcterms:modified xsi:type="dcterms:W3CDTF">2025-11-19T20:52:37Z</dcterms:modified>
</cp:coreProperties>
</file>